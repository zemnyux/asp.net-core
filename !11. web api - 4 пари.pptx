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Masters/slideMaster2.xml" ContentType="application/vnd.openxmlformats-officedocument.presentationml.slideMaster+xml"/>
  <Override PartName="/ppt/theme/theme2.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notesMasters/notesMaster1.xml" ContentType="application/vnd.openxmlformats-officedocument.presentationml.notesMaster+xml"/>
  <Override PartName="/ppt/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commentAuthors.xml" ContentType="application/vnd.openxmlformats-officedocument.presentationml.commentAuthor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Lst>
  <p:notesMasterIdLst>
    <p:notesMasterId r:id="rId5"/>
  </p:notesMasterIdLst>
  <p:sldIdLst>
    <p:sldId id="256" r:id="rId4"/>
    <p:sldId id="257" r:id="rId6"/>
    <p:sldId id="626" r:id="rId7"/>
    <p:sldId id="688" r:id="rId8"/>
    <p:sldId id="716" r:id="rId9"/>
    <p:sldId id="719" r:id="rId10"/>
    <p:sldId id="720" r:id="rId11"/>
    <p:sldId id="689" r:id="rId12"/>
    <p:sldId id="690" r:id="rId13"/>
    <p:sldId id="691" r:id="rId14"/>
    <p:sldId id="692" r:id="rId15"/>
    <p:sldId id="693" r:id="rId16"/>
    <p:sldId id="694" r:id="rId17"/>
    <p:sldId id="695" r:id="rId18"/>
    <p:sldId id="696" r:id="rId19"/>
    <p:sldId id="697" r:id="rId20"/>
    <p:sldId id="698" r:id="rId21"/>
    <p:sldId id="717" r:id="rId22"/>
    <p:sldId id="699" r:id="rId23"/>
    <p:sldId id="718" r:id="rId24"/>
    <p:sldId id="700" r:id="rId25"/>
    <p:sldId id="701" r:id="rId26"/>
    <p:sldId id="702" r:id="rId27"/>
    <p:sldId id="703" r:id="rId28"/>
    <p:sldId id="704" r:id="rId29"/>
    <p:sldId id="705" r:id="rId30"/>
    <p:sldId id="706" r:id="rId31"/>
    <p:sldId id="707" r:id="rId32"/>
    <p:sldId id="666" r:id="rId33"/>
    <p:sldId id="721" r:id="rId34"/>
    <p:sldId id="722" r:id="rId35"/>
    <p:sldId id="723" r:id="rId36"/>
    <p:sldId id="724" r:id="rId37"/>
    <p:sldId id="725" r:id="rId38"/>
    <p:sldId id="726" r:id="rId39"/>
    <p:sldId id="729" r:id="rId40"/>
    <p:sldId id="727" r:id="rId41"/>
    <p:sldId id="728" r:id="rId42"/>
    <p:sldId id="730" r:id="rId43"/>
    <p:sldId id="731" r:id="rId44"/>
  </p:sldIdLst>
  <p:sldSz cx="9144000" cy="6858000" type="screen4x3"/>
  <p:notesSz cx="6858000" cy="9144000"/>
  <p:defaultTextStyle>
    <a:defPPr>
      <a:defRPr lang="en-GB"/>
    </a:defPPr>
    <a:lvl1pPr marL="0" lvl="0" indent="0" algn="l" defTabSz="457200" rtl="0" eaLnBrk="1" fontAlgn="base" latinLnBrk="0" hangingPunct="1">
      <a:lnSpc>
        <a:spcPct val="100000"/>
      </a:lnSpc>
      <a:spcBef>
        <a:spcPct val="0"/>
      </a:spcBef>
      <a:spcAft>
        <a:spcPct val="0"/>
      </a:spcAft>
      <a:buSzPct val="100000"/>
      <a:buFont typeface="Times New Roman" panose="02020603050405020304" pitchFamily="16" charset="0"/>
      <a:buNone/>
      <a:defRPr b="0" i="0" u="none" kern="1200" baseline="0">
        <a:solidFill>
          <a:schemeClr val="bg1"/>
        </a:solidFill>
        <a:latin typeface="Arial" panose="020B0604020202020204" pitchFamily="34" charset="0"/>
        <a:ea typeface="Microsoft YaHei" panose="020B0503020204020204" charset="-122"/>
        <a:cs typeface="+mn-cs"/>
      </a:defRPr>
    </a:lvl1pPr>
    <a:lvl2pPr marL="742950" lvl="1" indent="-285750" algn="l" defTabSz="457200" rtl="0" eaLnBrk="1" fontAlgn="base" latinLnBrk="0" hangingPunct="1">
      <a:lnSpc>
        <a:spcPct val="100000"/>
      </a:lnSpc>
      <a:spcBef>
        <a:spcPct val="0"/>
      </a:spcBef>
      <a:spcAft>
        <a:spcPct val="0"/>
      </a:spcAft>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2pPr>
    <a:lvl3pPr marL="1143000" lvl="2" indent="-228600" algn="l" defTabSz="457200" rtl="0" eaLnBrk="1" fontAlgn="base" latinLnBrk="0" hangingPunct="1">
      <a:lnSpc>
        <a:spcPct val="100000"/>
      </a:lnSpc>
      <a:spcBef>
        <a:spcPct val="0"/>
      </a:spcBef>
      <a:spcAft>
        <a:spcPct val="0"/>
      </a:spcAft>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3pPr>
    <a:lvl4pPr marL="1600200" lvl="3" indent="-228600" algn="l" defTabSz="457200" rtl="0" eaLnBrk="1" fontAlgn="base" latinLnBrk="0" hangingPunct="1">
      <a:lnSpc>
        <a:spcPct val="100000"/>
      </a:lnSpc>
      <a:spcBef>
        <a:spcPct val="0"/>
      </a:spcBef>
      <a:spcAft>
        <a:spcPct val="0"/>
      </a:spcAft>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4pPr>
    <a:lvl5pPr marL="2057400" lvl="4" indent="-228600" algn="l" defTabSz="457200" rtl="0" eaLnBrk="1" fontAlgn="base" latinLnBrk="0" hangingPunct="1">
      <a:lnSpc>
        <a:spcPct val="100000"/>
      </a:lnSpc>
      <a:spcBef>
        <a:spcPct val="0"/>
      </a:spcBef>
      <a:spcAft>
        <a:spcPct val="0"/>
      </a:spcAft>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5pPr>
    <a:lvl6pPr marL="2286000" lvl="5" indent="-228600" algn="l" defTabSz="457200" rtl="0" eaLnBrk="1" fontAlgn="base" latinLnBrk="0" hangingPunct="1">
      <a:lnSpc>
        <a:spcPct val="100000"/>
      </a:lnSpc>
      <a:spcBef>
        <a:spcPct val="0"/>
      </a:spcBef>
      <a:spcAft>
        <a:spcPct val="0"/>
      </a:spcAft>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6pPr>
    <a:lvl7pPr marL="2743200" lvl="6" indent="-228600" algn="l" defTabSz="457200" rtl="0" eaLnBrk="1" fontAlgn="base" latinLnBrk="0" hangingPunct="1">
      <a:lnSpc>
        <a:spcPct val="100000"/>
      </a:lnSpc>
      <a:spcBef>
        <a:spcPct val="0"/>
      </a:spcBef>
      <a:spcAft>
        <a:spcPct val="0"/>
      </a:spcAft>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7pPr>
    <a:lvl8pPr marL="3200400" lvl="7" indent="-228600" algn="l" defTabSz="457200" rtl="0" eaLnBrk="1" fontAlgn="base" latinLnBrk="0" hangingPunct="1">
      <a:lnSpc>
        <a:spcPct val="100000"/>
      </a:lnSpc>
      <a:spcBef>
        <a:spcPct val="0"/>
      </a:spcBef>
      <a:spcAft>
        <a:spcPct val="0"/>
      </a:spcAft>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8pPr>
    <a:lvl9pPr marL="3657600" lvl="8" indent="-228600" algn="l" defTabSz="457200" rtl="0" eaLnBrk="1" fontAlgn="base" latinLnBrk="0" hangingPunct="1">
      <a:lnSpc>
        <a:spcPct val="100000"/>
      </a:lnSpc>
      <a:spcBef>
        <a:spcPct val="0"/>
      </a:spcBef>
      <a:spcAft>
        <a:spcPct val="0"/>
      </a:spcAft>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9pPr>
  </p:defaultTextStyle>
  <p:extLst>
    <p:ext uri="{EFAFB233-063F-42B5-8137-9DF3F51BA10A}">
      <p15:sldGuideLst xmlns:p15="http://schemas.microsoft.com/office/powerpoint/2012/main">
        <p15:guide id="1" orient="horz" pos="2265" userDrawn="1">
          <p15:clr>
            <a:srgbClr val="A4A3A4"/>
          </p15:clr>
        </p15:guide>
        <p15:guide id="2" pos="2861"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lex" initials="A" lastIdx="0"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85" d="100"/>
          <a:sy n="85" d="100"/>
        </p:scale>
        <p:origin x="-780" y="-84"/>
      </p:cViewPr>
      <p:guideLst>
        <p:guide orient="horz" pos="2265"/>
        <p:guide pos="2861"/>
      </p:guideLst>
    </p:cSldViewPr>
  </p:slideViewPr>
  <p:outlineViewPr>
    <p:cViewPr varScale="1">
      <p:scale>
        <a:sx n="170" d="200"/>
        <a:sy n="170" d="200"/>
      </p:scale>
      <p:origin x="-780" y="-84"/>
    </p:cViewPr>
  </p:outlineViewPr>
  <p:gridSpacing cx="45005" cy="45005"/>
</p:viewPr>
</file>

<file path=ppt/_rels/presentation.xml.rels><?xml version="1.0" encoding="UTF-8" standalone="yes"?>
<Relationships xmlns="http://schemas.openxmlformats.org/package/2006/relationships"><Relationship Id="rId39" Type="http://schemas.openxmlformats.org/officeDocument/2006/relationships/slide" Target="slides/slide35.xml"/><Relationship Id="rId26" Type="http://schemas.openxmlformats.org/officeDocument/2006/relationships/slide" Target="slides/slide22.xml"/><Relationship Id="rId18" Type="http://schemas.openxmlformats.org/officeDocument/2006/relationships/slide" Target="slides/slide14.xml"/><Relationship Id="rId13" Type="http://schemas.openxmlformats.org/officeDocument/2006/relationships/slide" Target="slides/slide9.xml"/><Relationship Id="rId47" Type="http://schemas.openxmlformats.org/officeDocument/2006/relationships/tableStyles" Target="tableStyles.xml"/><Relationship Id="rId42" Type="http://schemas.openxmlformats.org/officeDocument/2006/relationships/slide" Target="slides/slide38.xml"/><Relationship Id="rId34" Type="http://schemas.openxmlformats.org/officeDocument/2006/relationships/slide" Target="slides/slide30.xml"/><Relationship Id="rId21" Type="http://schemas.openxmlformats.org/officeDocument/2006/relationships/slide" Target="slides/slide17.xml"/><Relationship Id="rId50" Type="http://schemas.openxmlformats.org/officeDocument/2006/relationships/customXml" Target="../customXml/item2.xml"/><Relationship Id="rId7" Type="http://schemas.openxmlformats.org/officeDocument/2006/relationships/slide" Target="slides/slide3.xml"/><Relationship Id="rId29" Type="http://schemas.openxmlformats.org/officeDocument/2006/relationships/slide" Target="slides/slide25.xml"/><Relationship Id="rId2" Type="http://schemas.openxmlformats.org/officeDocument/2006/relationships/theme" Target="theme/theme1.xml"/><Relationship Id="rId16" Type="http://schemas.openxmlformats.org/officeDocument/2006/relationships/slide" Target="slides/slide12.xml"/><Relationship Id="rId45" Type="http://schemas.openxmlformats.org/officeDocument/2006/relationships/presProps" Target="presProps.xml"/><Relationship Id="rId40" Type="http://schemas.openxmlformats.org/officeDocument/2006/relationships/slide" Target="slides/slide36.xml"/><Relationship Id="rId37" Type="http://schemas.openxmlformats.org/officeDocument/2006/relationships/slide" Target="slides/slide33.xml"/><Relationship Id="rId32" Type="http://schemas.openxmlformats.org/officeDocument/2006/relationships/slide" Target="slides/slide28.xml"/><Relationship Id="rId24" Type="http://schemas.openxmlformats.org/officeDocument/2006/relationships/slide" Target="slides/slide20.xml"/><Relationship Id="rId11" Type="http://schemas.openxmlformats.org/officeDocument/2006/relationships/slide" Target="slides/slide7.xml"/><Relationship Id="rId5" Type="http://schemas.openxmlformats.org/officeDocument/2006/relationships/notesMaster" Target="notesMasters/notesMaster1.xml"/><Relationship Id="rId36" Type="http://schemas.openxmlformats.org/officeDocument/2006/relationships/slide" Target="slides/slide32.xml"/><Relationship Id="rId28" Type="http://schemas.openxmlformats.org/officeDocument/2006/relationships/slide" Target="slides/slide24.xml"/><Relationship Id="rId23" Type="http://schemas.openxmlformats.org/officeDocument/2006/relationships/slide" Target="slides/slide19.xml"/><Relationship Id="rId15" Type="http://schemas.openxmlformats.org/officeDocument/2006/relationships/slide" Target="slides/slide11.xml"/><Relationship Id="rId49" Type="http://schemas.openxmlformats.org/officeDocument/2006/relationships/customXml" Target="../customXml/item1.xml"/><Relationship Id="rId44" Type="http://schemas.openxmlformats.org/officeDocument/2006/relationships/slide" Target="slides/slide40.xml"/><Relationship Id="rId31" Type="http://schemas.openxmlformats.org/officeDocument/2006/relationships/slide" Target="slides/slide27.xml"/><Relationship Id="rId19" Type="http://schemas.openxmlformats.org/officeDocument/2006/relationships/slide" Target="slides/slide15.xml"/><Relationship Id="rId10" Type="http://schemas.openxmlformats.org/officeDocument/2006/relationships/slide" Target="slides/slide6.xml"/><Relationship Id="rId9" Type="http://schemas.openxmlformats.org/officeDocument/2006/relationships/slide" Target="slides/slide5.xml"/><Relationship Id="rId48" Type="http://schemas.openxmlformats.org/officeDocument/2006/relationships/commentAuthors" Target="commentAuthors.xml"/><Relationship Id="rId43" Type="http://schemas.openxmlformats.org/officeDocument/2006/relationships/slide" Target="slides/slide39.xml"/><Relationship Id="rId4" Type="http://schemas.openxmlformats.org/officeDocument/2006/relationships/slide" Target="slides/slide1.xml"/><Relationship Id="rId35" Type="http://schemas.openxmlformats.org/officeDocument/2006/relationships/slide" Target="slides/slide31.xml"/><Relationship Id="rId30" Type="http://schemas.openxmlformats.org/officeDocument/2006/relationships/slide" Target="slides/slide26.xml"/><Relationship Id="rId27" Type="http://schemas.openxmlformats.org/officeDocument/2006/relationships/slide" Target="slides/slide23.xml"/><Relationship Id="rId22" Type="http://schemas.openxmlformats.org/officeDocument/2006/relationships/slide" Target="slides/slide18.xml"/><Relationship Id="rId14" Type="http://schemas.openxmlformats.org/officeDocument/2006/relationships/slide" Target="slides/slide10.xml"/><Relationship Id="rId8" Type="http://schemas.openxmlformats.org/officeDocument/2006/relationships/slide" Target="slides/slide4.xml"/><Relationship Id="rId51" Type="http://schemas.openxmlformats.org/officeDocument/2006/relationships/customXml" Target="../customXml/item3.xml"/><Relationship Id="rId3" Type="http://schemas.openxmlformats.org/officeDocument/2006/relationships/slideMaster" Target="slideMasters/slideMaster2.xml"/><Relationship Id="rId46" Type="http://schemas.openxmlformats.org/officeDocument/2006/relationships/viewProps" Target="viewProps.xml"/><Relationship Id="rId38" Type="http://schemas.openxmlformats.org/officeDocument/2006/relationships/slide" Target="slides/slide34.xml"/><Relationship Id="rId33" Type="http://schemas.openxmlformats.org/officeDocument/2006/relationships/slide" Target="slides/slide29.xml"/><Relationship Id="rId25" Type="http://schemas.openxmlformats.org/officeDocument/2006/relationships/slide" Target="slides/slide21.xml"/><Relationship Id="rId17" Type="http://schemas.openxmlformats.org/officeDocument/2006/relationships/slide" Target="slides/slide13.xml"/><Relationship Id="rId12" Type="http://schemas.openxmlformats.org/officeDocument/2006/relationships/slide" Target="slides/slide8.xml"/><Relationship Id="rId41" Type="http://schemas.openxmlformats.org/officeDocument/2006/relationships/slide" Target="slides/slide37.xml"/><Relationship Id="rId20" Type="http://schemas.openxmlformats.org/officeDocument/2006/relationships/slide" Target="slides/slide16.xml"/><Relationship Id="rId6" Type="http://schemas.openxmlformats.org/officeDocument/2006/relationships/slide" Target="slides/slide2.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4098" name="Rounded Rectangle 3072"/>
          <p:cNvSpPr/>
          <p:nvPr/>
        </p:nvSpPr>
        <p:spPr>
          <a:xfrm>
            <a:off x="0" y="0"/>
            <a:ext cx="6858000" cy="9144000"/>
          </a:xfrm>
          <a:prstGeom prst="roundRect">
            <a:avLst>
              <a:gd name="adj" fmla="val 23"/>
            </a:avLst>
          </a:prstGeom>
          <a:solidFill>
            <a:srgbClr val="FFFFFF"/>
          </a:solidFill>
          <a:ln w="9360">
            <a:noFill/>
          </a:ln>
        </p:spPr>
        <p:txBody>
          <a:bodyPr anchor="t" anchorCtr="0"/>
          <a:p>
            <a:pPr lvl="0"/>
            <a:endParaRPr lang="en-US" altLang="zh-CN"/>
          </a:p>
        </p:txBody>
      </p:sp>
      <p:sp>
        <p:nvSpPr>
          <p:cNvPr id="4099" name="Rounded Rectangle 3073"/>
          <p:cNvSpPr/>
          <p:nvPr/>
        </p:nvSpPr>
        <p:spPr>
          <a:xfrm>
            <a:off x="0" y="0"/>
            <a:ext cx="6858000" cy="9144000"/>
          </a:xfrm>
          <a:prstGeom prst="roundRect">
            <a:avLst>
              <a:gd name="adj" fmla="val 23"/>
            </a:avLst>
          </a:prstGeom>
          <a:solidFill>
            <a:srgbClr val="FFFFFF"/>
          </a:solidFill>
          <a:ln w="9525">
            <a:noFill/>
          </a:ln>
        </p:spPr>
        <p:txBody>
          <a:bodyPr anchor="t" anchorCtr="0"/>
          <a:p>
            <a:pPr lvl="0"/>
            <a:endParaRPr lang="en-US" altLang="zh-CN"/>
          </a:p>
        </p:txBody>
      </p:sp>
      <p:sp>
        <p:nvSpPr>
          <p:cNvPr id="4100" name="Text Box 3074"/>
          <p:cNvSpPr txBox="1"/>
          <p:nvPr/>
        </p:nvSpPr>
        <p:spPr>
          <a:xfrm>
            <a:off x="0" y="0"/>
            <a:ext cx="2971800" cy="457200"/>
          </a:xfrm>
          <a:prstGeom prst="rect">
            <a:avLst/>
          </a:prstGeom>
          <a:noFill/>
          <a:ln w="9525">
            <a:noFill/>
          </a:ln>
        </p:spPr>
        <p:txBody>
          <a:bodyPr anchor="t" anchorCtr="0"/>
          <a:p>
            <a:pPr lvl="0"/>
            <a:endParaRPr lang="en-US" altLang="zh-CN"/>
          </a:p>
        </p:txBody>
      </p:sp>
      <p:sp>
        <p:nvSpPr>
          <p:cNvPr id="4101" name="Text Box 3075"/>
          <p:cNvSpPr txBox="1"/>
          <p:nvPr/>
        </p:nvSpPr>
        <p:spPr>
          <a:xfrm>
            <a:off x="3884613" y="0"/>
            <a:ext cx="2971800" cy="457200"/>
          </a:xfrm>
          <a:prstGeom prst="rect">
            <a:avLst/>
          </a:prstGeom>
          <a:noFill/>
          <a:ln w="9525">
            <a:noFill/>
          </a:ln>
        </p:spPr>
        <p:txBody>
          <a:bodyPr anchor="t" anchorCtr="0"/>
          <a:p>
            <a:pPr lvl="0"/>
            <a:endParaRPr lang="en-US" altLang="zh-CN"/>
          </a:p>
        </p:txBody>
      </p:sp>
      <p:sp>
        <p:nvSpPr>
          <p:cNvPr id="4102" name="Slide Image Placeholder 3076"/>
          <p:cNvSpPr>
            <a:spLocks noGrp="1"/>
          </p:cNvSpPr>
          <p:nvPr>
            <p:ph type="sldImg"/>
          </p:nvPr>
        </p:nvSpPr>
        <p:spPr>
          <a:xfrm>
            <a:off x="1143000" y="685800"/>
            <a:ext cx="4568825" cy="3425825"/>
          </a:xfrm>
          <a:prstGeom prst="rect">
            <a:avLst/>
          </a:prstGeom>
          <a:noFill/>
          <a:ln w="9360" cap="sq" cmpd="sng">
            <a:solidFill>
              <a:srgbClr val="000000"/>
            </a:solidFill>
            <a:prstDash val="solid"/>
            <a:miter/>
            <a:headEnd type="none" w="med" len="med"/>
            <a:tailEnd type="none" w="med" len="med"/>
          </a:ln>
        </p:spPr>
      </p:sp>
      <p:sp>
        <p:nvSpPr>
          <p:cNvPr id="4103" name="Text Placeholder 3077"/>
          <p:cNvSpPr>
            <a:spLocks noGrp="1"/>
          </p:cNvSpPr>
          <p:nvPr>
            <p:ph type="body"/>
          </p:nvPr>
        </p:nvSpPr>
        <p:spPr>
          <a:xfrm>
            <a:off x="685800" y="4343400"/>
            <a:ext cx="5483225" cy="4111625"/>
          </a:xfrm>
          <a:prstGeom prst="rect">
            <a:avLst/>
          </a:prstGeom>
          <a:noFill/>
          <a:ln w="9525">
            <a:noFill/>
          </a:ln>
        </p:spPr>
        <p:txBody>
          <a:bodyPr wrap="square" lIns="90000" tIns="46800" rIns="90000" bIns="46800" anchor="t" anchorCtr="0"/>
          <a:p>
            <a:pPr lvl="0"/>
            <a:endParaRPr lang="en-GB"/>
          </a:p>
        </p:txBody>
      </p:sp>
      <p:sp>
        <p:nvSpPr>
          <p:cNvPr id="4104" name="Text Box 3078"/>
          <p:cNvSpPr txBox="1"/>
          <p:nvPr/>
        </p:nvSpPr>
        <p:spPr>
          <a:xfrm>
            <a:off x="0" y="8685213"/>
            <a:ext cx="2971800" cy="457200"/>
          </a:xfrm>
          <a:prstGeom prst="rect">
            <a:avLst/>
          </a:prstGeom>
          <a:noFill/>
          <a:ln w="9525">
            <a:noFill/>
          </a:ln>
        </p:spPr>
        <p:txBody>
          <a:bodyPr anchor="t" anchorCtr="0"/>
          <a:p>
            <a:pPr lvl="0"/>
            <a:endParaRPr lang="en-US" altLang="zh-CN"/>
          </a:p>
        </p:txBody>
      </p:sp>
      <p:sp>
        <p:nvSpPr>
          <p:cNvPr id="3080" name="Slide Number Placeholder 3079"/>
          <p:cNvSpPr>
            <a:spLocks noGrp="1"/>
          </p:cNvSpPr>
          <p:nvPr>
            <p:ph type="sldNum"/>
          </p:nvPr>
        </p:nvSpPr>
        <p:spPr>
          <a:xfrm>
            <a:off x="3884613" y="8685213"/>
            <a:ext cx="2968625" cy="454025"/>
          </a:xfrm>
          <a:prstGeom prst="rect">
            <a:avLst/>
          </a:prstGeom>
          <a:noFill/>
          <a:ln w="9525">
            <a:noFill/>
          </a:ln>
        </p:spPr>
        <p:txBody>
          <a:bodyPr wrap="square" lIns="90000" tIns="46800" rIns="90000" bIns="46800" anchor="b" anchorCtr="0"/>
          <a:p>
            <a:pPr marL="215900" lvl="0" indent="-213995" algn="r" defTabSz="457200" eaLnBrk="1" fontAlgn="base"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strike="noStrike" noProof="1" dirty="0" err="1">
                <a:latin typeface="Times New Roman" panose="02020603050405020304" pitchFamily="16" charset="0"/>
                <a:ea typeface="Arial Unicode MS" charset="-122"/>
                <a:cs typeface="+mn-cs"/>
              </a:rPr>
            </a:fld>
            <a:endParaRPr lang="ru-RU" altLang="x-none" sz="1200" strike="noStrike" noProof="1" dirty="0" err="1">
              <a:latin typeface="Times New Roman" panose="02020603050405020304" pitchFamily="16" charset="0"/>
              <a:ea typeface="Arial Unicode MS" charset="-122"/>
            </a:endParaRPr>
          </a:p>
        </p:txBody>
      </p:sp>
    </p:spTree>
  </p:cSld>
  <p:clrMap bg1="lt1" tx1="dk1" bg2="lt2" tx2="dk2" accent1="accent1" accent2="accent2" accent3="accent3" accent4="accent4" accent5="accent5" accent6="accent6" hlink="hlink" folHlink="folHlink"/>
  <p:hf sldNum="0" hdr="0" ftr="0" dt="0"/>
  <p:notesStyle>
    <a:lvl1pPr marL="0" lvl="0" indent="0" algn="l" defTabSz="457200" rtl="0" eaLnBrk="0" fontAlgn="base" latinLnBrk="0" hangingPunct="0">
      <a:lnSpc>
        <a:spcPct val="100000"/>
      </a:lnSpc>
      <a:spcBef>
        <a:spcPct val="30000"/>
      </a:spcBef>
      <a:spcAft>
        <a:spcPct val="0"/>
      </a:spcAft>
      <a:buClr>
        <a:srgbClr val="000000"/>
      </a:buClr>
      <a:buSzPct val="100000"/>
      <a:buFont typeface="Times New Roman" panose="02020603050405020304" pitchFamily="16" charset="0"/>
      <a:buNone/>
      <a:defRPr sz="1200" b="0" i="0" u="none" kern="1200" baseline="0">
        <a:solidFill>
          <a:srgbClr val="000000"/>
        </a:solidFill>
        <a:latin typeface="Times New Roman" panose="02020603050405020304" pitchFamily="16" charset="0"/>
      </a:defRPr>
    </a:lvl1pPr>
    <a:lvl2pPr marL="742950" lvl="1" indent="-285750" algn="l" defTabSz="457200" rtl="0" eaLnBrk="0" fontAlgn="base" latinLnBrk="0" hangingPunct="0">
      <a:lnSpc>
        <a:spcPct val="100000"/>
      </a:lnSpc>
      <a:spcBef>
        <a:spcPct val="30000"/>
      </a:spcBef>
      <a:spcAft>
        <a:spcPct val="0"/>
      </a:spcAft>
      <a:buClr>
        <a:srgbClr val="000000"/>
      </a:buClr>
      <a:buSzPct val="100000"/>
      <a:buFont typeface="Times New Roman" panose="02020603050405020304" pitchFamily="16" charset="0"/>
      <a:buNone/>
      <a:defRPr sz="1200" b="0" i="0" u="none" kern="1200" baseline="0">
        <a:solidFill>
          <a:srgbClr val="000000"/>
        </a:solidFill>
        <a:latin typeface="Times New Roman" panose="02020603050405020304" pitchFamily="16" charset="0"/>
      </a:defRPr>
    </a:lvl2pPr>
    <a:lvl3pPr marL="1143000" lvl="2" indent="-228600" algn="l" defTabSz="457200" rtl="0" eaLnBrk="0" fontAlgn="base" latinLnBrk="0" hangingPunct="0">
      <a:lnSpc>
        <a:spcPct val="100000"/>
      </a:lnSpc>
      <a:spcBef>
        <a:spcPct val="30000"/>
      </a:spcBef>
      <a:spcAft>
        <a:spcPct val="0"/>
      </a:spcAft>
      <a:buClr>
        <a:srgbClr val="000000"/>
      </a:buClr>
      <a:buSzPct val="100000"/>
      <a:buFont typeface="Times New Roman" panose="02020603050405020304" pitchFamily="16" charset="0"/>
      <a:buNone/>
      <a:defRPr sz="1200" b="0" i="0" u="none" kern="1200" baseline="0">
        <a:solidFill>
          <a:srgbClr val="000000"/>
        </a:solidFill>
        <a:latin typeface="Times New Roman" panose="02020603050405020304" pitchFamily="16" charset="0"/>
      </a:defRPr>
    </a:lvl3pPr>
    <a:lvl4pPr marL="1600200" lvl="3" indent="-228600" algn="l" defTabSz="457200" rtl="0" eaLnBrk="0" fontAlgn="base" latinLnBrk="0" hangingPunct="0">
      <a:lnSpc>
        <a:spcPct val="100000"/>
      </a:lnSpc>
      <a:spcBef>
        <a:spcPct val="30000"/>
      </a:spcBef>
      <a:spcAft>
        <a:spcPct val="0"/>
      </a:spcAft>
      <a:buClr>
        <a:srgbClr val="000000"/>
      </a:buClr>
      <a:buSzPct val="100000"/>
      <a:buFont typeface="Times New Roman" panose="02020603050405020304" pitchFamily="16" charset="0"/>
      <a:buNone/>
      <a:defRPr sz="1200" b="0" i="0" u="none" kern="1200" baseline="0">
        <a:solidFill>
          <a:srgbClr val="000000"/>
        </a:solidFill>
        <a:latin typeface="Times New Roman" panose="02020603050405020304" pitchFamily="16" charset="0"/>
      </a:defRPr>
    </a:lvl4pPr>
    <a:lvl5pPr marL="2057400" lvl="4" indent="-228600" algn="l" defTabSz="457200" rtl="0" eaLnBrk="0" fontAlgn="base" latinLnBrk="0" hangingPunct="0">
      <a:lnSpc>
        <a:spcPct val="100000"/>
      </a:lnSpc>
      <a:spcBef>
        <a:spcPct val="30000"/>
      </a:spcBef>
      <a:spcAft>
        <a:spcPct val="0"/>
      </a:spcAft>
      <a:buClr>
        <a:srgbClr val="000000"/>
      </a:buClr>
      <a:buSzPct val="100000"/>
      <a:buFont typeface="Times New Roman" panose="02020603050405020304" pitchFamily="16" charset="0"/>
      <a:buNone/>
      <a:defRPr sz="1200" b="0" i="0" u="none" kern="1200" baseline="0">
        <a:solidFill>
          <a:srgbClr val="000000"/>
        </a:solidFill>
        <a:latin typeface="Times New Roman" panose="02020603050405020304" pitchFamily="16" charset="0"/>
      </a:defRPr>
    </a:lvl5pPr>
    <a:lvl6pPr marL="2286000" lvl="5" indent="-228600" algn="l" defTabSz="457200" rtl="0" eaLnBrk="0" fontAlgn="base" latinLnBrk="0" hangingPunct="0">
      <a:lnSpc>
        <a:spcPct val="100000"/>
      </a:lnSpc>
      <a:spcBef>
        <a:spcPct val="30000"/>
      </a:spcBef>
      <a:spcAft>
        <a:spcPct val="0"/>
      </a:spcAft>
      <a:buClr>
        <a:srgbClr val="000000"/>
      </a:buClr>
      <a:buSzPct val="100000"/>
      <a:buFont typeface="Times New Roman" panose="02020603050405020304" pitchFamily="16" charset="0"/>
      <a:buNone/>
      <a:defRPr sz="1200" b="0" i="0" u="none" kern="1200" baseline="0">
        <a:solidFill>
          <a:srgbClr val="000000"/>
        </a:solidFill>
        <a:latin typeface="Times New Roman" panose="02020603050405020304" pitchFamily="16" charset="0"/>
      </a:defRPr>
    </a:lvl6pPr>
    <a:lvl7pPr marL="2743200" lvl="6" indent="-228600" algn="l" defTabSz="457200" rtl="0" eaLnBrk="0" fontAlgn="base" latinLnBrk="0" hangingPunct="0">
      <a:lnSpc>
        <a:spcPct val="100000"/>
      </a:lnSpc>
      <a:spcBef>
        <a:spcPct val="30000"/>
      </a:spcBef>
      <a:spcAft>
        <a:spcPct val="0"/>
      </a:spcAft>
      <a:buClr>
        <a:srgbClr val="000000"/>
      </a:buClr>
      <a:buSzPct val="100000"/>
      <a:buFont typeface="Times New Roman" panose="02020603050405020304" pitchFamily="16" charset="0"/>
      <a:buNone/>
      <a:defRPr sz="1200" b="0" i="0" u="none" kern="1200" baseline="0">
        <a:solidFill>
          <a:srgbClr val="000000"/>
        </a:solidFill>
        <a:latin typeface="Times New Roman" panose="02020603050405020304" pitchFamily="16" charset="0"/>
      </a:defRPr>
    </a:lvl7pPr>
    <a:lvl8pPr marL="3200400" lvl="7" indent="-228600" algn="l" defTabSz="457200" rtl="0" eaLnBrk="0" fontAlgn="base" latinLnBrk="0" hangingPunct="0">
      <a:lnSpc>
        <a:spcPct val="100000"/>
      </a:lnSpc>
      <a:spcBef>
        <a:spcPct val="30000"/>
      </a:spcBef>
      <a:spcAft>
        <a:spcPct val="0"/>
      </a:spcAft>
      <a:buClr>
        <a:srgbClr val="000000"/>
      </a:buClr>
      <a:buSzPct val="100000"/>
      <a:buFont typeface="Times New Roman" panose="02020603050405020304" pitchFamily="16" charset="0"/>
      <a:buNone/>
      <a:defRPr sz="1200" b="0" i="0" u="none" kern="1200" baseline="0">
        <a:solidFill>
          <a:srgbClr val="000000"/>
        </a:solidFill>
        <a:latin typeface="Times New Roman" panose="02020603050405020304" pitchFamily="16" charset="0"/>
      </a:defRPr>
    </a:lvl8pPr>
    <a:lvl9pPr marL="3657600" lvl="8" indent="-228600" algn="l" defTabSz="457200" rtl="0" eaLnBrk="0" fontAlgn="base" latinLnBrk="0" hangingPunct="0">
      <a:lnSpc>
        <a:spcPct val="100000"/>
      </a:lnSpc>
      <a:spcBef>
        <a:spcPct val="30000"/>
      </a:spcBef>
      <a:spcAft>
        <a:spcPct val="0"/>
      </a:spcAft>
      <a:buClr>
        <a:srgbClr val="000000"/>
      </a:buClr>
      <a:buSzPct val="100000"/>
      <a:buFont typeface="Times New Roman" panose="02020603050405020304" pitchFamily="16" charset="0"/>
      <a:buNone/>
      <a:defRPr sz="1200" b="0" i="0" u="none" kern="1200" baseline="0">
        <a:solidFill>
          <a:srgbClr val="000000"/>
        </a:solidFill>
        <a:latin typeface="Times New Roman" panose="02020603050405020304" pitchFamily="16" charset="0"/>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6146" name="Slide Number Placeholder 1"/>
          <p:cNvSpPr/>
          <p:nvPr>
            <p:ph type="sldNum" sz="quarter"/>
          </p:nvPr>
        </p:nvSpPr>
        <p:spPr>
          <a:xfrm>
            <a:off x="3884613" y="8685213"/>
            <a:ext cx="2968625" cy="454025"/>
          </a:xfrm>
          <a:prstGeom prst="rect">
            <a:avLst/>
          </a:prstGeom>
          <a:noFill/>
          <a:ln w="9525">
            <a:noFill/>
          </a:ln>
        </p:spPr>
        <p:txBody>
          <a:bodyPr wrap="square" lIns="90000" tIns="46800" rIns="90000" bIns="46800" anchor="b" anchorCtr="0"/>
          <a:p>
            <a:pPr marL="215900" lvl="0" indent="-213995" algn="r" defTabSz="457200">
              <a:buClrTx/>
              <a:buSzPct val="45000"/>
              <a:buFontTx/>
              <a:tabLst>
                <a:tab pos="723900" algn="l"/>
                <a:tab pos="1447800" algn="l"/>
                <a:tab pos="2171700" algn="l"/>
                <a:tab pos="2895600" algn="l"/>
              </a:tabLst>
            </a:pPr>
            <a:fld id="{9A0DB2DC-4C9A-4742-B13C-FB6460FD3503}" type="slidenum">
              <a:rPr lang="ru-RU" altLang="x-none" sz="1200" dirty="0" err="1">
                <a:solidFill>
                  <a:srgbClr val="000000"/>
                </a:solidFill>
                <a:latin typeface="Times New Roman" panose="02020603050405020304" pitchFamily="16" charset="0"/>
                <a:ea typeface="Arial Unicode MS" charset="-122"/>
              </a:rPr>
            </a:fld>
            <a:endParaRPr lang="ru-RU" altLang="x-none" sz="1200" dirty="0" err="1">
              <a:solidFill>
                <a:srgbClr val="000000"/>
              </a:solidFill>
              <a:latin typeface="Times New Roman" panose="02020603050405020304" pitchFamily="16" charset="0"/>
              <a:ea typeface="Arial Unicode MS" charset="-122"/>
            </a:endParaRPr>
          </a:p>
        </p:txBody>
      </p:sp>
      <p:sp>
        <p:nvSpPr>
          <p:cNvPr id="6147" name="Slide Image Placeholder 38912"/>
          <p:cNvSpPr txBox="1">
            <a:spLocks noGrp="1"/>
          </p:cNvSpPr>
          <p:nvPr>
            <p:ph type="sldImg"/>
          </p:nvPr>
        </p:nvSpPr>
        <p:spPr>
          <a:xfrm>
            <a:off x="1143000" y="685800"/>
            <a:ext cx="4572000" cy="3429000"/>
          </a:xfrm>
          <a:solidFill>
            <a:srgbClr val="FFFFFF"/>
          </a:solidFill>
          <a:ln cap="flat"/>
        </p:spPr>
      </p:sp>
      <p:sp>
        <p:nvSpPr>
          <p:cNvPr id="6148" name="Text Placeholder 38913"/>
          <p:cNvSpPr txBox="1">
            <a:spLocks noGrp="1"/>
          </p:cNvSpPr>
          <p:nvPr>
            <p:ph type="body"/>
          </p:nvPr>
        </p:nvSpPr>
        <p:spPr>
          <a:xfrm>
            <a:off x="685800" y="4343400"/>
            <a:ext cx="5486400" cy="4114800"/>
          </a:xfrm>
        </p:spPr>
        <p:txBody>
          <a:bodyPr wrap="none" lIns="90000" tIns="46800" rIns="90000" bIns="46800" anchor="ctr" anchorCtr="0"/>
          <a:p>
            <a:pPr lvl="0"/>
            <a:endParaRPr 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8194" name="Slide Number Placeholder 1"/>
          <p:cNvSpPr/>
          <p:nvPr>
            <p:ph type="sldNum" sz="quarter"/>
          </p:nvPr>
        </p:nvSpPr>
        <p:spPr>
          <a:xfrm>
            <a:off x="3884613" y="8685213"/>
            <a:ext cx="2968625" cy="454025"/>
          </a:xfrm>
          <a:prstGeom prst="rect">
            <a:avLst/>
          </a:prstGeom>
          <a:noFill/>
          <a:ln w="9525">
            <a:noFill/>
          </a:ln>
        </p:spPr>
        <p:txBody>
          <a:bodyPr wrap="square" lIns="90000" tIns="46800" rIns="90000" bIns="46800" anchor="b" anchorCtr="0"/>
          <a:p>
            <a:pPr marL="215900" lvl="0" indent="-213995" algn="r" defTabSz="457200">
              <a:buClrTx/>
              <a:buSzPct val="45000"/>
              <a:buFontTx/>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ea typeface="Arial Unicode MS" charset="-122"/>
              </a:rPr>
            </a:fld>
            <a:endParaRPr lang="ru-RU" altLang="x-none" sz="1200" dirty="0" err="1">
              <a:latin typeface="Times New Roman" panose="02020603050405020304" pitchFamily="16" charset="0"/>
              <a:ea typeface="Arial Unicode MS" charset="-122"/>
            </a:endParaRPr>
          </a:p>
        </p:txBody>
      </p:sp>
      <p:sp>
        <p:nvSpPr>
          <p:cNvPr id="8195" name="Slide Image Placeholder 39936"/>
          <p:cNvSpPr txBox="1">
            <a:spLocks noGrp="1"/>
          </p:cNvSpPr>
          <p:nvPr>
            <p:ph type="sldImg"/>
          </p:nvPr>
        </p:nvSpPr>
        <p:spPr>
          <a:xfrm>
            <a:off x="1143000" y="685800"/>
            <a:ext cx="4572000" cy="3429000"/>
          </a:xfrm>
          <a:solidFill>
            <a:srgbClr val="FFFFFF"/>
          </a:solidFill>
          <a:ln cap="flat"/>
        </p:spPr>
      </p:sp>
      <p:sp>
        <p:nvSpPr>
          <p:cNvPr id="8196" name="Text Placeholder 39937"/>
          <p:cNvSpPr txBox="1">
            <a:spLocks noGrp="1"/>
          </p:cNvSpPr>
          <p:nvPr>
            <p:ph type="body"/>
          </p:nvPr>
        </p:nvSpPr>
        <p:spPr>
          <a:xfrm>
            <a:off x="685800" y="4343400"/>
            <a:ext cx="5486400" cy="4114800"/>
          </a:xfrm>
        </p:spPr>
        <p:txBody>
          <a:bodyPr wrap="none" lIns="90000" tIns="46800" rIns="90000" bIns="46800" anchor="ctr" anchorCtr="0"/>
          <a:p>
            <a:pPr lvl="0"/>
            <a:endParaRPr 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196850"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63489" name="Slide Image Placeholder 63488"/>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63490" name="Text Placeholder 63489"/>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196850"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63489" name="Slide Image Placeholder 63488"/>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63490" name="Text Placeholder 63489"/>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196850"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63489" name="Slide Image Placeholder 63488"/>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63490" name="Text Placeholder 63489"/>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196850"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63489" name="Slide Image Placeholder 63488"/>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63490" name="Text Placeholder 63489"/>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196850"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63489" name="Slide Image Placeholder 63488"/>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63490" name="Text Placeholder 63489"/>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196850"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63489" name="Slide Image Placeholder 63488"/>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63490" name="Text Placeholder 63489"/>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196850"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63489" name="Slide Image Placeholder 63488"/>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63490" name="Text Placeholder 63489"/>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196850"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63489" name="Slide Image Placeholder 63488"/>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63490" name="Text Placeholder 63489"/>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196850"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63489" name="Slide Image Placeholder 63488"/>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63490" name="Text Placeholder 63489"/>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196850"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63489" name="Slide Image Placeholder 63488"/>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63490" name="Text Placeholder 63489"/>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196850"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63489" name="Slide Image Placeholder 63488"/>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63490" name="Text Placeholder 63489"/>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196850"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63489" name="Slide Image Placeholder 63488"/>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63490" name="Text Placeholder 63489"/>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196850"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63489" name="Slide Image Placeholder 63488"/>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63490" name="Text Placeholder 63489"/>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196850"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63489" name="Slide Image Placeholder 63488"/>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63490" name="Text Placeholder 63489"/>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196850"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63489" name="Slide Image Placeholder 63488"/>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63490" name="Text Placeholder 63489"/>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196850"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63489" name="Slide Image Placeholder 63488"/>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63490" name="Text Placeholder 63489"/>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196850"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63489" name="Slide Image Placeholder 63488"/>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63490" name="Text Placeholder 63489"/>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196850"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63489" name="Slide Image Placeholder 63488"/>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63490" name="Text Placeholder 63489"/>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196850"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63489" name="Slide Image Placeholder 63488"/>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63490" name="Text Placeholder 63489"/>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196850"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63489" name="Slide Image Placeholder 63488"/>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63490" name="Text Placeholder 63489"/>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196850"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63489" name="Slide Image Placeholder 63488"/>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63490" name="Text Placeholder 63489"/>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196850"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63489" name="Slide Image Placeholder 63488"/>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63490" name="Text Placeholder 63489"/>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196850"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63489" name="Slide Image Placeholder 63488"/>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63490" name="Text Placeholder 63489"/>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196850"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63489" name="Slide Image Placeholder 63488"/>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63490" name="Text Placeholder 63489"/>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196850"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63489" name="Slide Image Placeholder 63488"/>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63490" name="Text Placeholder 63489"/>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196850"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63489" name="Slide Image Placeholder 63488"/>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63490" name="Text Placeholder 63489"/>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196850"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109569" name="Slide Image Placeholder 109568"/>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109570" name="Text Placeholder 109569"/>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196850"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63489" name="Slide Image Placeholder 63488"/>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63490" name="Text Placeholder 63489"/>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196850"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63489" name="Slide Image Placeholder 63488"/>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63490" name="Text Placeholder 63489"/>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196850"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63489" name="Slide Image Placeholder 63488"/>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63490" name="Text Placeholder 63489"/>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196850"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63489" name="Slide Image Placeholder 63488"/>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63490" name="Text Placeholder 63489"/>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196850"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63489" name="Slide Image Placeholder 63488"/>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63490" name="Text Placeholder 63489"/>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196850"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63489" name="Slide Image Placeholder 63488"/>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63490" name="Text Placeholder 63489"/>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196850"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63489" name="Slide Image Placeholder 63488"/>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63490" name="Text Placeholder 63489"/>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196850"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63489" name="Slide Image Placeholder 63488"/>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63490" name="Text Placeholder 63489"/>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196850"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63489" name="Slide Image Placeholder 63488"/>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63490" name="Text Placeholder 63489"/>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196850"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63489" name="Slide Image Placeholder 63488"/>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63490" name="Text Placeholder 63489"/>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196850" algn="r" defTabSz="457200" eaLnBrk="1"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63489" name="Slide Image Placeholder 63488"/>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63490" name="Text Placeholder 63489"/>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pPr fontAlgn="base"/>
            <a:r>
              <a:rPr lang="en-US" strike="noStrike" noProof="1" smtClean="0"/>
              <a:t>Click to edit Master title style</a:t>
            </a:r>
            <a:endParaRPr lang="en-US" strike="noStrike" noProof="1"/>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en-US" strike="noStrike" noProof="1" smtClean="0"/>
              <a:t>Click to edit Master subtitle style</a:t>
            </a:r>
            <a:endParaRPr lang="en-US" strike="noStrike" noProof="1"/>
          </a:p>
        </p:txBody>
      </p:sp>
      <p:sp>
        <p:nvSpPr>
          <p:cNvPr id="4" name="Slide Number Placeholder 3"/>
          <p:cNvSpPr>
            <a:spLocks noGrp="1"/>
          </p:cNvSpPr>
          <p:nvPr>
            <p:ph type="sldNum" idx="10"/>
          </p:nvPr>
        </p:nvSpPr>
        <p:spPr/>
        <p:txBody>
          <a:bodyPr/>
          <a:p>
            <a:pPr lvl="0" defTabSz="457200" eaLnBrk="1" fontAlgn="base" hangingPunct="1">
              <a:buClrTx/>
              <a:buSzPct val="10000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9A0DB2DC-4C9A-4742-B13C-FB6460FD3503}" type="slidenum">
              <a:rPr lang="ru-RU" altLang="x-none" strike="noStrike" noProof="1" dirty="0" err="1">
                <a:latin typeface="Arial" panose="020B0604020202020204" pitchFamily="34" charset="0"/>
                <a:ea typeface="Microsoft YaHei" panose="020B0503020204020204" charset="-122"/>
                <a:cs typeface="+mn-cs"/>
              </a:rPr>
            </a:fld>
            <a:endParaRPr lang="ru-RU" altLang="x-none" strike="noStrike" noProof="1" dirty="0" err="1"/>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smtClean="0"/>
              <a:t>Click to edit Master title style</a:t>
            </a:r>
            <a:endParaRPr lang="en-US" strike="noStrike" noProof="1"/>
          </a:p>
        </p:txBody>
      </p:sp>
      <p:sp>
        <p:nvSpPr>
          <p:cNvPr id="3" name="Content Placeholder 2"/>
          <p:cNvSpPr>
            <a:spLocks noGrp="1"/>
          </p:cNvSpPr>
          <p:nvPr>
            <p:ph idx="1"/>
          </p:nvPr>
        </p:nvSpPr>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Slide Number Placeholder 3"/>
          <p:cNvSpPr>
            <a:spLocks noGrp="1"/>
          </p:cNvSpPr>
          <p:nvPr>
            <p:ph type="sldNum" idx="10"/>
          </p:nvPr>
        </p:nvSpPr>
        <p:spPr/>
        <p:txBody>
          <a:bodyPr/>
          <a:p>
            <a:pPr lvl="0" defTabSz="457200" eaLnBrk="1" fontAlgn="base" hangingPunct="1">
              <a:buClrTx/>
              <a:buSzPct val="10000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9A0DB2DC-4C9A-4742-B13C-FB6460FD3503}" type="slidenum">
              <a:rPr lang="ru-RU" altLang="x-none" strike="noStrike" noProof="1" dirty="0" err="1">
                <a:latin typeface="Arial" panose="020B0604020202020204" pitchFamily="34" charset="0"/>
                <a:ea typeface="Microsoft YaHei" panose="020B0503020204020204" charset="-122"/>
                <a:cs typeface="+mn-cs"/>
              </a:rPr>
            </a:fld>
            <a:endParaRPr lang="ru-RU" altLang="x-none" strike="noStrike" noProof="1" dirty="0" err="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4500"/>
            </a:lvl1pPr>
          </a:lstStyle>
          <a:p>
            <a:pPr fontAlgn="base"/>
            <a:r>
              <a:rPr lang="en-US" strike="noStrike" noProof="1" smtClean="0"/>
              <a:t>Click to edit Master title style</a:t>
            </a:r>
            <a:endParaRPr lang="en-US" strike="noStrike" noProof="1"/>
          </a:p>
        </p:txBody>
      </p:sp>
      <p:sp>
        <p:nvSpPr>
          <p:cNvPr id="3" name="Text Placeholder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en-US" strike="noStrike" noProof="1" smtClean="0"/>
              <a:t>Click to edit Master text styles</a:t>
            </a:r>
            <a:endParaRPr lang="en-US" strike="noStrike" noProof="1" smtClean="0"/>
          </a:p>
        </p:txBody>
      </p:sp>
      <p:sp>
        <p:nvSpPr>
          <p:cNvPr id="4" name="Slide Number Placeholder 3"/>
          <p:cNvSpPr>
            <a:spLocks noGrp="1"/>
          </p:cNvSpPr>
          <p:nvPr>
            <p:ph type="sldNum" idx="10"/>
          </p:nvPr>
        </p:nvSpPr>
        <p:spPr/>
        <p:txBody>
          <a:bodyPr/>
          <a:p>
            <a:pPr lvl="0" defTabSz="457200" eaLnBrk="1" fontAlgn="base" hangingPunct="1">
              <a:buClrTx/>
              <a:buSzPct val="10000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9A0DB2DC-4C9A-4742-B13C-FB6460FD3503}" type="slidenum">
              <a:rPr lang="ru-RU" altLang="x-none" strike="noStrike" noProof="1" dirty="0" err="1">
                <a:latin typeface="Arial" panose="020B0604020202020204" pitchFamily="34" charset="0"/>
                <a:ea typeface="Microsoft YaHei" panose="020B0503020204020204" charset="-122"/>
                <a:cs typeface="+mn-cs"/>
              </a:rPr>
            </a:fld>
            <a:endParaRPr lang="ru-RU" altLang="x-none" strike="noStrike" noProof="1" dirty="0" err="1"/>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smtClean="0"/>
              <a:t>Click to edit Master title style</a:t>
            </a:r>
            <a:endParaRPr lang="en-US" strike="noStrike" noProof="1"/>
          </a:p>
        </p:txBody>
      </p:sp>
      <p:sp>
        <p:nvSpPr>
          <p:cNvPr id="3" name="Content Placeholder 2"/>
          <p:cNvSpPr>
            <a:spLocks noGrp="1"/>
          </p:cNvSpPr>
          <p:nvPr>
            <p:ph sz="half" idx="1"/>
          </p:nvPr>
        </p:nvSpPr>
        <p:spPr>
          <a:xfrm>
            <a:off x="609600" y="1600200"/>
            <a:ext cx="3881596" cy="4416425"/>
          </a:xfrm>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Content Placeholder 3"/>
          <p:cNvSpPr>
            <a:spLocks noGrp="1"/>
          </p:cNvSpPr>
          <p:nvPr>
            <p:ph sz="half" idx="2"/>
          </p:nvPr>
        </p:nvSpPr>
        <p:spPr>
          <a:xfrm>
            <a:off x="4649629" y="1600200"/>
            <a:ext cx="3881596" cy="4416425"/>
          </a:xfrm>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5" name="Slide Number Placeholder 4"/>
          <p:cNvSpPr>
            <a:spLocks noGrp="1"/>
          </p:cNvSpPr>
          <p:nvPr>
            <p:ph type="sldNum" idx="10"/>
          </p:nvPr>
        </p:nvSpPr>
        <p:spPr/>
        <p:txBody>
          <a:bodyPr/>
          <a:p>
            <a:pPr lvl="0" defTabSz="457200" eaLnBrk="1" fontAlgn="base" hangingPunct="1">
              <a:buClrTx/>
              <a:buSzPct val="10000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9A0DB2DC-4C9A-4742-B13C-FB6460FD3503}" type="slidenum">
              <a:rPr lang="ru-RU" altLang="x-none" strike="noStrike" noProof="1" dirty="0" err="1">
                <a:latin typeface="Arial" panose="020B0604020202020204" pitchFamily="34" charset="0"/>
                <a:ea typeface="Microsoft YaHei" panose="020B0503020204020204" charset="-122"/>
                <a:cs typeface="+mn-cs"/>
              </a:rPr>
            </a:fld>
            <a:endParaRPr lang="ru-RU" altLang="x-none" strike="noStrike" noProof="1" dirty="0" err="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5"/>
            <a:ext cx="7886700" cy="1325563"/>
          </a:xfrm>
        </p:spPr>
        <p:txBody>
          <a:bodyPr/>
          <a:lstStyle/>
          <a:p>
            <a:pPr fontAlgn="base"/>
            <a:r>
              <a:rPr lang="en-US" strike="noStrike" noProof="1" smtClean="0"/>
              <a:t>Click to edit Master title style</a:t>
            </a:r>
            <a:endParaRPr lang="en-US" strike="noStrike" noProof="1"/>
          </a:p>
        </p:txBody>
      </p:sp>
      <p:sp>
        <p:nvSpPr>
          <p:cNvPr id="3" name="Text Placeholder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en-US" strike="noStrike" noProof="1" smtClean="0"/>
              <a:t>Click to edit Master text styles</a:t>
            </a:r>
            <a:endParaRPr lang="en-US" strike="noStrike" noProof="1" smtClean="0"/>
          </a:p>
        </p:txBody>
      </p:sp>
      <p:sp>
        <p:nvSpPr>
          <p:cNvPr id="4" name="Content Placeholder 3"/>
          <p:cNvSpPr>
            <a:spLocks noGrp="1"/>
          </p:cNvSpPr>
          <p:nvPr>
            <p:ph sz="half" idx="2"/>
          </p:nvPr>
        </p:nvSpPr>
        <p:spPr>
          <a:xfrm>
            <a:off x="629841" y="2505075"/>
            <a:ext cx="3868340" cy="3684588"/>
          </a:xfrm>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en-US" strike="noStrike" noProof="1" smtClean="0"/>
              <a:t>Click to edit Master text styles</a:t>
            </a:r>
            <a:endParaRPr lang="en-US" strike="noStrike" noProof="1" smtClean="0"/>
          </a:p>
        </p:txBody>
      </p:sp>
      <p:sp>
        <p:nvSpPr>
          <p:cNvPr id="6" name="Content Placeholder 5"/>
          <p:cNvSpPr>
            <a:spLocks noGrp="1"/>
          </p:cNvSpPr>
          <p:nvPr>
            <p:ph sz="quarter" idx="4"/>
          </p:nvPr>
        </p:nvSpPr>
        <p:spPr>
          <a:xfrm>
            <a:off x="4629150" y="2505075"/>
            <a:ext cx="3887391" cy="3684588"/>
          </a:xfrm>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7" name="Slide Number Placeholder 6"/>
          <p:cNvSpPr>
            <a:spLocks noGrp="1"/>
          </p:cNvSpPr>
          <p:nvPr>
            <p:ph type="sldNum" idx="10"/>
          </p:nvPr>
        </p:nvSpPr>
        <p:spPr/>
        <p:txBody>
          <a:bodyPr/>
          <a:p>
            <a:pPr lvl="0" defTabSz="457200" eaLnBrk="1" fontAlgn="base" hangingPunct="1">
              <a:buClrTx/>
              <a:buSzPct val="10000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9A0DB2DC-4C9A-4742-B13C-FB6460FD3503}" type="slidenum">
              <a:rPr lang="ru-RU" altLang="x-none" strike="noStrike" noProof="1" dirty="0" err="1">
                <a:latin typeface="Arial" panose="020B0604020202020204" pitchFamily="34" charset="0"/>
                <a:ea typeface="Microsoft YaHei" panose="020B0503020204020204" charset="-122"/>
                <a:cs typeface="+mn-cs"/>
              </a:rPr>
            </a:fld>
            <a:endParaRPr lang="ru-RU" altLang="x-none" strike="noStrike" noProof="1" dirty="0" err="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smtClean="0"/>
              <a:t>Click to edit Master title style</a:t>
            </a:r>
            <a:endParaRPr lang="en-US" strike="noStrike" noProof="1"/>
          </a:p>
        </p:txBody>
      </p:sp>
      <p:sp>
        <p:nvSpPr>
          <p:cNvPr id="3" name="Slide Number Placeholder 2"/>
          <p:cNvSpPr>
            <a:spLocks noGrp="1"/>
          </p:cNvSpPr>
          <p:nvPr>
            <p:ph type="sldNum" idx="10"/>
          </p:nvPr>
        </p:nvSpPr>
        <p:spPr/>
        <p:txBody>
          <a:bodyPr/>
          <a:p>
            <a:pPr lvl="0" defTabSz="457200" eaLnBrk="1" fontAlgn="base" hangingPunct="1">
              <a:buClrTx/>
              <a:buSzPct val="10000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9A0DB2DC-4C9A-4742-B13C-FB6460FD3503}" type="slidenum">
              <a:rPr lang="ru-RU" altLang="x-none" strike="noStrike" noProof="1" dirty="0" err="1">
                <a:latin typeface="Arial" panose="020B0604020202020204" pitchFamily="34" charset="0"/>
                <a:ea typeface="Microsoft YaHei" panose="020B0503020204020204" charset="-122"/>
                <a:cs typeface="+mn-cs"/>
              </a:rPr>
            </a:fld>
            <a:endParaRPr lang="ru-RU" altLang="x-none" strike="noStrike" noProof="1" dirty="0" err="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idx="10"/>
          </p:nvPr>
        </p:nvSpPr>
        <p:spPr/>
        <p:txBody>
          <a:bodyPr/>
          <a:p>
            <a:pPr lvl="0" defTabSz="457200" eaLnBrk="1" fontAlgn="base" hangingPunct="1">
              <a:buClrTx/>
              <a:buSzPct val="10000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9A0DB2DC-4C9A-4742-B13C-FB6460FD3503}" type="slidenum">
              <a:rPr lang="ru-RU" altLang="x-none" strike="noStrike" noProof="1" dirty="0" err="1">
                <a:latin typeface="Arial" panose="020B0604020202020204" pitchFamily="34" charset="0"/>
                <a:ea typeface="Microsoft YaHei" panose="020B0503020204020204" charset="-122"/>
                <a:cs typeface="+mn-cs"/>
              </a:rPr>
            </a:fld>
            <a:endParaRPr lang="ru-RU" altLang="x-none" strike="noStrike" noProof="1" dirty="0" err="1"/>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pPr fontAlgn="base"/>
            <a:r>
              <a:rPr lang="en-US" strike="noStrike" noProof="1" smtClean="0"/>
              <a:t>Click to edit Master title style</a:t>
            </a:r>
            <a:endParaRPr lang="en-US" strike="noStrike" noProof="1"/>
          </a:p>
        </p:txBody>
      </p:sp>
      <p:sp>
        <p:nvSpPr>
          <p:cNvPr id="3" name="Content Placeholder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en-US" strike="noStrike" noProof="1" smtClean="0"/>
              <a:t>Click to edit Master text styles</a:t>
            </a:r>
            <a:endParaRPr lang="en-US" strike="noStrike" noProof="1" smtClean="0"/>
          </a:p>
        </p:txBody>
      </p:sp>
      <p:sp>
        <p:nvSpPr>
          <p:cNvPr id="5" name="Slide Number Placeholder 4"/>
          <p:cNvSpPr>
            <a:spLocks noGrp="1"/>
          </p:cNvSpPr>
          <p:nvPr>
            <p:ph type="sldNum" idx="10"/>
          </p:nvPr>
        </p:nvSpPr>
        <p:spPr/>
        <p:txBody>
          <a:bodyPr/>
          <a:p>
            <a:pPr lvl="0" defTabSz="457200" eaLnBrk="1" fontAlgn="base" hangingPunct="1">
              <a:buClrTx/>
              <a:buSzPct val="10000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9A0DB2DC-4C9A-4742-B13C-FB6460FD3503}" type="slidenum">
              <a:rPr lang="ru-RU" altLang="x-none" strike="noStrike" noProof="1" dirty="0" err="1">
                <a:latin typeface="Arial" panose="020B0604020202020204" pitchFamily="34" charset="0"/>
                <a:ea typeface="Microsoft YaHei" panose="020B0503020204020204" charset="-122"/>
                <a:cs typeface="+mn-cs"/>
              </a:rPr>
            </a:fld>
            <a:endParaRPr lang="ru-RU" altLang="x-none" strike="noStrike" noProof="1" dirty="0" err="1"/>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pPr fontAlgn="base"/>
            <a:r>
              <a:rPr lang="en-US" strike="noStrike" noProof="1" smtClean="0"/>
              <a:t>Click to edit Master title style</a:t>
            </a:r>
            <a:endParaRPr lang="en-US" strike="noStrike" noProof="1"/>
          </a:p>
        </p:txBody>
      </p:sp>
      <p:sp>
        <p:nvSpPr>
          <p:cNvPr id="3" name="Picture Placeholder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en-US" strike="noStrike" noProof="1"/>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en-US" strike="noStrike" noProof="1" smtClean="0"/>
              <a:t>Click to edit Master text styles</a:t>
            </a:r>
            <a:endParaRPr lang="en-US" strike="noStrike" noProof="1" smtClean="0"/>
          </a:p>
        </p:txBody>
      </p:sp>
      <p:sp>
        <p:nvSpPr>
          <p:cNvPr id="5" name="Slide Number Placeholder 4"/>
          <p:cNvSpPr>
            <a:spLocks noGrp="1"/>
          </p:cNvSpPr>
          <p:nvPr>
            <p:ph type="sldNum" idx="10"/>
          </p:nvPr>
        </p:nvSpPr>
        <p:spPr/>
        <p:txBody>
          <a:bodyPr/>
          <a:p>
            <a:pPr lvl="0" defTabSz="457200" eaLnBrk="1" fontAlgn="base" hangingPunct="1">
              <a:buClrTx/>
              <a:buSzPct val="10000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9A0DB2DC-4C9A-4742-B13C-FB6460FD3503}" type="slidenum">
              <a:rPr lang="ru-RU" altLang="x-none" strike="noStrike" noProof="1" dirty="0" err="1">
                <a:latin typeface="Arial" panose="020B0604020202020204" pitchFamily="34" charset="0"/>
                <a:ea typeface="Microsoft YaHei" panose="020B0503020204020204" charset="-122"/>
                <a:cs typeface="+mn-cs"/>
              </a:rPr>
            </a:fld>
            <a:endParaRPr lang="ru-RU" altLang="x-none" strike="noStrike" noProof="1" dirty="0" err="1"/>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smtClean="0"/>
              <a:t>Click to edit Master title style</a:t>
            </a:r>
            <a:endParaRPr lang="en-US" strike="noStrike" noProof="1"/>
          </a:p>
        </p:txBody>
      </p:sp>
      <p:sp>
        <p:nvSpPr>
          <p:cNvPr id="3" name="Vertical Text Placeholder 2"/>
          <p:cNvSpPr>
            <a:spLocks noGrp="1"/>
          </p:cNvSpPr>
          <p:nvPr>
            <p:ph type="body" orient="vert" idx="1"/>
          </p:nvPr>
        </p:nvSpPr>
        <p:spPr/>
        <p:txBody>
          <a:bodyPr vert="eaVert"/>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Slide Number Placeholder 3"/>
          <p:cNvSpPr>
            <a:spLocks noGrp="1"/>
          </p:cNvSpPr>
          <p:nvPr>
            <p:ph type="sldNum" idx="10"/>
          </p:nvPr>
        </p:nvSpPr>
        <p:spPr/>
        <p:txBody>
          <a:bodyPr/>
          <a:p>
            <a:pPr lvl="0" defTabSz="457200" eaLnBrk="1" fontAlgn="base" hangingPunct="1">
              <a:buClrTx/>
              <a:buSzPct val="10000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9A0DB2DC-4C9A-4742-B13C-FB6460FD3503}" type="slidenum">
              <a:rPr lang="ru-RU" altLang="x-none" strike="noStrike" noProof="1" dirty="0" err="1">
                <a:latin typeface="Arial" panose="020B0604020202020204" pitchFamily="34" charset="0"/>
                <a:ea typeface="Microsoft YaHei" panose="020B0503020204020204" charset="-122"/>
                <a:cs typeface="+mn-cs"/>
              </a:rPr>
            </a:fld>
            <a:endParaRPr lang="ru-RU" altLang="x-none" strike="noStrike" noProof="1" dirty="0" err="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47235" y="228600"/>
            <a:ext cx="2083991" cy="5788025"/>
          </a:xfrm>
        </p:spPr>
        <p:txBody>
          <a:bodyPr vert="eaVert"/>
          <a:lstStyle/>
          <a:p>
            <a:pPr fontAlgn="base"/>
            <a:r>
              <a:rPr lang="en-US" strike="noStrike" noProof="1" smtClean="0"/>
              <a:t>Click to edit Master title style</a:t>
            </a:r>
            <a:endParaRPr lang="en-US" strike="noStrike" noProof="1"/>
          </a:p>
        </p:txBody>
      </p:sp>
      <p:sp>
        <p:nvSpPr>
          <p:cNvPr id="3" name="Vertical Text Placeholder 2"/>
          <p:cNvSpPr>
            <a:spLocks noGrp="1"/>
          </p:cNvSpPr>
          <p:nvPr>
            <p:ph type="body" orient="vert" idx="1"/>
          </p:nvPr>
        </p:nvSpPr>
        <p:spPr>
          <a:xfrm>
            <a:off x="195263" y="228600"/>
            <a:ext cx="6131160" cy="5788025"/>
          </a:xfrm>
        </p:spPr>
        <p:txBody>
          <a:bodyPr vert="eaVert"/>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Slide Number Placeholder 3"/>
          <p:cNvSpPr>
            <a:spLocks noGrp="1"/>
          </p:cNvSpPr>
          <p:nvPr>
            <p:ph type="sldNum" idx="10"/>
          </p:nvPr>
        </p:nvSpPr>
        <p:spPr/>
        <p:txBody>
          <a:bodyPr/>
          <a:p>
            <a:pPr lvl="0" defTabSz="457200" eaLnBrk="1" fontAlgn="base" hangingPunct="1">
              <a:buClrTx/>
              <a:buSzPct val="10000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9A0DB2DC-4C9A-4742-B13C-FB6460FD3503}" type="slidenum">
              <a:rPr lang="ru-RU" altLang="x-none" strike="noStrike" noProof="1" dirty="0" err="1">
                <a:latin typeface="Arial" panose="020B0604020202020204" pitchFamily="34" charset="0"/>
                <a:ea typeface="Microsoft YaHei" panose="020B0503020204020204" charset="-122"/>
                <a:cs typeface="+mn-cs"/>
              </a:rPr>
            </a:fld>
            <a:endParaRPr lang="ru-RU" altLang="x-none" strike="noStrike" noProof="1" dirty="0" err="1"/>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593367"/>
            <a:ext cx="85206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type="body" idx="1"/>
          </p:nvPr>
        </p:nvSpPr>
        <p:spPr>
          <a:xfrm>
            <a:off x="311700" y="1536633"/>
            <a:ext cx="8520600" cy="45552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19" name="Google Shape;19;p4"/>
          <p:cNvSpPr txBox="1"/>
          <p:nvPr>
            <p:ph type="sldNum" idx="12"/>
          </p:nvPr>
        </p:nvSpPr>
        <p:spPr>
          <a:xfrm>
            <a:off x="8472458" y="6217623"/>
            <a:ext cx="5487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pPr fontAlgn="base"/>
            <a:r>
              <a:rPr lang="en-US" strike="noStrike" noProof="1" smtClean="0"/>
              <a:t>Click to edit Master title style</a:t>
            </a:r>
            <a:endParaRPr lang="en-US" strike="noStrike" noProof="1"/>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en-US" strike="noStrike" noProof="1" smtClean="0"/>
              <a:t>Click to edit Master subtitle style</a:t>
            </a:r>
            <a:endParaRPr lang="en-US" strike="noStrike" noProof="1"/>
          </a:p>
        </p:txBody>
      </p:sp>
      <p:sp>
        <p:nvSpPr>
          <p:cNvPr id="4" name="Slide Number Placeholder 3"/>
          <p:cNvSpPr>
            <a:spLocks noGrp="1"/>
          </p:cNvSpPr>
          <p:nvPr>
            <p:ph type="sldNum" idx="10"/>
          </p:nvPr>
        </p:nvSpPr>
        <p:spPr/>
        <p:txBody>
          <a:bodyPr/>
          <a:p>
            <a:pPr lvl="0" defTabSz="457200" eaLnBrk="1" fontAlgn="base" hangingPunct="1">
              <a:lnSpc>
                <a:spcPct val="100000"/>
              </a:lnSpc>
              <a:buClrTx/>
              <a:buSzPct val="100000"/>
              <a:buNone/>
              <a:tabLst>
                <a:tab pos="723900" algn="l"/>
                <a:tab pos="1447800" algn="l"/>
              </a:tabLst>
            </a:pPr>
            <a:fld id="{9A0DB2DC-4C9A-4742-B13C-FB6460FD3503}" type="slidenum">
              <a:rPr lang="ru-RU" altLang="x-none" strike="noStrike" noProof="1" dirty="0" err="1">
                <a:latin typeface="Arial Black" panose="020B0A04020102020204" pitchFamily="32" charset="0"/>
                <a:ea typeface="Arial Unicode MS" charset="-122"/>
                <a:cs typeface="+mn-cs"/>
              </a:rPr>
            </a:fld>
            <a:endParaRPr lang="ru-RU" altLang="x-none" strike="noStrike" noProof="1" dirty="0" err="1"/>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smtClean="0"/>
              <a:t>Click to edit Master title style</a:t>
            </a:r>
            <a:endParaRPr lang="en-US" strike="noStrike" noProof="1"/>
          </a:p>
        </p:txBody>
      </p:sp>
      <p:sp>
        <p:nvSpPr>
          <p:cNvPr id="3" name="Content Placeholder 2"/>
          <p:cNvSpPr>
            <a:spLocks noGrp="1"/>
          </p:cNvSpPr>
          <p:nvPr>
            <p:ph idx="1"/>
          </p:nvPr>
        </p:nvSpPr>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Slide Number Placeholder 3"/>
          <p:cNvSpPr>
            <a:spLocks noGrp="1"/>
          </p:cNvSpPr>
          <p:nvPr>
            <p:ph type="sldNum" idx="10"/>
          </p:nvPr>
        </p:nvSpPr>
        <p:spPr/>
        <p:txBody>
          <a:bodyPr/>
          <a:p>
            <a:pPr lvl="0" defTabSz="457200" eaLnBrk="1" fontAlgn="base" hangingPunct="1">
              <a:lnSpc>
                <a:spcPct val="100000"/>
              </a:lnSpc>
              <a:buClrTx/>
              <a:buSzPct val="100000"/>
              <a:buNone/>
              <a:tabLst>
                <a:tab pos="723900" algn="l"/>
                <a:tab pos="1447800" algn="l"/>
              </a:tabLst>
            </a:pPr>
            <a:fld id="{9A0DB2DC-4C9A-4742-B13C-FB6460FD3503}" type="slidenum">
              <a:rPr lang="ru-RU" altLang="x-none" strike="noStrike" noProof="1" dirty="0" err="1">
                <a:latin typeface="Arial Black" panose="020B0A04020102020204" pitchFamily="32" charset="0"/>
                <a:ea typeface="Arial Unicode MS" charset="-122"/>
                <a:cs typeface="+mn-cs"/>
              </a:rPr>
            </a:fld>
            <a:endParaRPr lang="ru-RU" altLang="x-none" strike="noStrike" noProof="1" dirty="0" err="1"/>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4500"/>
            </a:lvl1pPr>
          </a:lstStyle>
          <a:p>
            <a:pPr fontAlgn="base"/>
            <a:r>
              <a:rPr lang="en-US" strike="noStrike" noProof="1" smtClean="0"/>
              <a:t>Click to edit Master title style</a:t>
            </a:r>
            <a:endParaRPr lang="en-US" strike="noStrike" noProof="1"/>
          </a:p>
        </p:txBody>
      </p:sp>
      <p:sp>
        <p:nvSpPr>
          <p:cNvPr id="3" name="Text Placeholder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en-US" strike="noStrike" noProof="1" smtClean="0"/>
              <a:t>Click to edit Master text styles</a:t>
            </a:r>
            <a:endParaRPr lang="en-US" strike="noStrike" noProof="1" smtClean="0"/>
          </a:p>
        </p:txBody>
      </p:sp>
      <p:sp>
        <p:nvSpPr>
          <p:cNvPr id="4" name="Slide Number Placeholder 3"/>
          <p:cNvSpPr>
            <a:spLocks noGrp="1"/>
          </p:cNvSpPr>
          <p:nvPr>
            <p:ph type="sldNum" idx="10"/>
          </p:nvPr>
        </p:nvSpPr>
        <p:spPr/>
        <p:txBody>
          <a:bodyPr/>
          <a:p>
            <a:pPr lvl="0" defTabSz="457200" eaLnBrk="1" fontAlgn="base" hangingPunct="1">
              <a:lnSpc>
                <a:spcPct val="100000"/>
              </a:lnSpc>
              <a:buClrTx/>
              <a:buSzPct val="100000"/>
              <a:buNone/>
              <a:tabLst>
                <a:tab pos="723900" algn="l"/>
                <a:tab pos="1447800" algn="l"/>
              </a:tabLst>
            </a:pPr>
            <a:fld id="{9A0DB2DC-4C9A-4742-B13C-FB6460FD3503}" type="slidenum">
              <a:rPr lang="ru-RU" altLang="x-none" strike="noStrike" noProof="1" dirty="0" err="1">
                <a:latin typeface="Arial Black" panose="020B0A04020102020204" pitchFamily="32" charset="0"/>
                <a:ea typeface="Arial Unicode MS" charset="-122"/>
                <a:cs typeface="+mn-cs"/>
              </a:rPr>
            </a:fld>
            <a:endParaRPr lang="ru-RU" altLang="x-none" strike="noStrike" noProof="1" dirty="0" err="1"/>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smtClean="0"/>
              <a:t>Click to edit Master title style</a:t>
            </a:r>
            <a:endParaRPr lang="en-US" strike="noStrike" noProof="1"/>
          </a:p>
        </p:txBody>
      </p:sp>
      <p:sp>
        <p:nvSpPr>
          <p:cNvPr id="3" name="Content Placeholder 2"/>
          <p:cNvSpPr>
            <a:spLocks noGrp="1"/>
          </p:cNvSpPr>
          <p:nvPr>
            <p:ph sz="half" idx="1"/>
          </p:nvPr>
        </p:nvSpPr>
        <p:spPr>
          <a:xfrm>
            <a:off x="609600" y="1600200"/>
            <a:ext cx="3881596" cy="4416425"/>
          </a:xfrm>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Content Placeholder 3"/>
          <p:cNvSpPr>
            <a:spLocks noGrp="1"/>
          </p:cNvSpPr>
          <p:nvPr>
            <p:ph sz="half" idx="2"/>
          </p:nvPr>
        </p:nvSpPr>
        <p:spPr>
          <a:xfrm>
            <a:off x="4649629" y="1600200"/>
            <a:ext cx="3881596" cy="4416425"/>
          </a:xfrm>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5" name="Slide Number Placeholder 4"/>
          <p:cNvSpPr>
            <a:spLocks noGrp="1"/>
          </p:cNvSpPr>
          <p:nvPr>
            <p:ph type="sldNum" idx="10"/>
          </p:nvPr>
        </p:nvSpPr>
        <p:spPr/>
        <p:txBody>
          <a:bodyPr/>
          <a:p>
            <a:pPr lvl="0" defTabSz="457200" eaLnBrk="1" fontAlgn="base" hangingPunct="1">
              <a:lnSpc>
                <a:spcPct val="100000"/>
              </a:lnSpc>
              <a:buClrTx/>
              <a:buSzPct val="100000"/>
              <a:buNone/>
              <a:tabLst>
                <a:tab pos="723900" algn="l"/>
                <a:tab pos="1447800" algn="l"/>
              </a:tabLst>
            </a:pPr>
            <a:fld id="{9A0DB2DC-4C9A-4742-B13C-FB6460FD3503}" type="slidenum">
              <a:rPr lang="ru-RU" altLang="x-none" strike="noStrike" noProof="1" dirty="0" err="1">
                <a:latin typeface="Arial Black" panose="020B0A04020102020204" pitchFamily="32" charset="0"/>
                <a:ea typeface="Arial Unicode MS" charset="-122"/>
                <a:cs typeface="+mn-cs"/>
              </a:rPr>
            </a:fld>
            <a:endParaRPr lang="ru-RU" altLang="x-none" strike="noStrike" noProof="1" dirty="0" err="1"/>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5"/>
            <a:ext cx="7886700" cy="1325563"/>
          </a:xfrm>
        </p:spPr>
        <p:txBody>
          <a:bodyPr/>
          <a:lstStyle/>
          <a:p>
            <a:pPr fontAlgn="base"/>
            <a:r>
              <a:rPr lang="en-US" strike="noStrike" noProof="1" smtClean="0"/>
              <a:t>Click to edit Master title style</a:t>
            </a:r>
            <a:endParaRPr lang="en-US" strike="noStrike" noProof="1"/>
          </a:p>
        </p:txBody>
      </p:sp>
      <p:sp>
        <p:nvSpPr>
          <p:cNvPr id="3" name="Text Placeholder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en-US" strike="noStrike" noProof="1" smtClean="0"/>
              <a:t>Click to edit Master text styles</a:t>
            </a:r>
            <a:endParaRPr lang="en-US" strike="noStrike" noProof="1" smtClean="0"/>
          </a:p>
        </p:txBody>
      </p:sp>
      <p:sp>
        <p:nvSpPr>
          <p:cNvPr id="4" name="Content Placeholder 3"/>
          <p:cNvSpPr>
            <a:spLocks noGrp="1"/>
          </p:cNvSpPr>
          <p:nvPr>
            <p:ph sz="half" idx="2"/>
          </p:nvPr>
        </p:nvSpPr>
        <p:spPr>
          <a:xfrm>
            <a:off x="629841" y="2505075"/>
            <a:ext cx="3868340" cy="3684588"/>
          </a:xfrm>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en-US" strike="noStrike" noProof="1" smtClean="0"/>
              <a:t>Click to edit Master text styles</a:t>
            </a:r>
            <a:endParaRPr lang="en-US" strike="noStrike" noProof="1" smtClean="0"/>
          </a:p>
        </p:txBody>
      </p:sp>
      <p:sp>
        <p:nvSpPr>
          <p:cNvPr id="6" name="Content Placeholder 5"/>
          <p:cNvSpPr>
            <a:spLocks noGrp="1"/>
          </p:cNvSpPr>
          <p:nvPr>
            <p:ph sz="quarter" idx="4"/>
          </p:nvPr>
        </p:nvSpPr>
        <p:spPr>
          <a:xfrm>
            <a:off x="4629150" y="2505075"/>
            <a:ext cx="3887391" cy="3684588"/>
          </a:xfrm>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7" name="Slide Number Placeholder 6"/>
          <p:cNvSpPr>
            <a:spLocks noGrp="1"/>
          </p:cNvSpPr>
          <p:nvPr>
            <p:ph type="sldNum" idx="10"/>
          </p:nvPr>
        </p:nvSpPr>
        <p:spPr/>
        <p:txBody>
          <a:bodyPr/>
          <a:p>
            <a:pPr lvl="0" defTabSz="457200" eaLnBrk="1" fontAlgn="base" hangingPunct="1">
              <a:lnSpc>
                <a:spcPct val="100000"/>
              </a:lnSpc>
              <a:buClrTx/>
              <a:buSzPct val="100000"/>
              <a:buNone/>
              <a:tabLst>
                <a:tab pos="723900" algn="l"/>
                <a:tab pos="1447800" algn="l"/>
              </a:tabLst>
            </a:pPr>
            <a:fld id="{9A0DB2DC-4C9A-4742-B13C-FB6460FD3503}" type="slidenum">
              <a:rPr lang="ru-RU" altLang="x-none" strike="noStrike" noProof="1" dirty="0" err="1">
                <a:latin typeface="Arial Black" panose="020B0A04020102020204" pitchFamily="32" charset="0"/>
                <a:ea typeface="Arial Unicode MS" charset="-122"/>
                <a:cs typeface="+mn-cs"/>
              </a:rPr>
            </a:fld>
            <a:endParaRPr lang="ru-RU" altLang="x-none" strike="noStrike" noProof="1" dirty="0" err="1"/>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smtClean="0"/>
              <a:t>Click to edit Master title style</a:t>
            </a:r>
            <a:endParaRPr lang="en-US" strike="noStrike" noProof="1"/>
          </a:p>
        </p:txBody>
      </p:sp>
      <p:sp>
        <p:nvSpPr>
          <p:cNvPr id="3" name="Slide Number Placeholder 2"/>
          <p:cNvSpPr>
            <a:spLocks noGrp="1"/>
          </p:cNvSpPr>
          <p:nvPr>
            <p:ph type="sldNum" idx="10"/>
          </p:nvPr>
        </p:nvSpPr>
        <p:spPr/>
        <p:txBody>
          <a:bodyPr/>
          <a:p>
            <a:pPr lvl="0" defTabSz="457200" eaLnBrk="1" fontAlgn="base" hangingPunct="1">
              <a:lnSpc>
                <a:spcPct val="100000"/>
              </a:lnSpc>
              <a:buClrTx/>
              <a:buSzPct val="100000"/>
              <a:buNone/>
              <a:tabLst>
                <a:tab pos="723900" algn="l"/>
                <a:tab pos="1447800" algn="l"/>
              </a:tabLst>
            </a:pPr>
            <a:fld id="{9A0DB2DC-4C9A-4742-B13C-FB6460FD3503}" type="slidenum">
              <a:rPr lang="ru-RU" altLang="x-none" strike="noStrike" noProof="1" dirty="0" err="1">
                <a:latin typeface="Arial Black" panose="020B0A04020102020204" pitchFamily="32" charset="0"/>
                <a:ea typeface="Arial Unicode MS" charset="-122"/>
                <a:cs typeface="+mn-cs"/>
              </a:rPr>
            </a:fld>
            <a:endParaRPr lang="ru-RU" altLang="x-none" strike="noStrike" noProof="1" dirty="0" err="1"/>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idx="10"/>
          </p:nvPr>
        </p:nvSpPr>
        <p:spPr/>
        <p:txBody>
          <a:bodyPr/>
          <a:p>
            <a:pPr lvl="0" defTabSz="457200" eaLnBrk="1" fontAlgn="base" hangingPunct="1">
              <a:lnSpc>
                <a:spcPct val="100000"/>
              </a:lnSpc>
              <a:buClrTx/>
              <a:buSzPct val="100000"/>
              <a:buNone/>
              <a:tabLst>
                <a:tab pos="723900" algn="l"/>
                <a:tab pos="1447800" algn="l"/>
              </a:tabLst>
            </a:pPr>
            <a:fld id="{9A0DB2DC-4C9A-4742-B13C-FB6460FD3503}" type="slidenum">
              <a:rPr lang="ru-RU" altLang="x-none" strike="noStrike" noProof="1" dirty="0" err="1">
                <a:latin typeface="Arial Black" panose="020B0A04020102020204" pitchFamily="32" charset="0"/>
                <a:ea typeface="Arial Unicode MS" charset="-122"/>
                <a:cs typeface="+mn-cs"/>
              </a:rPr>
            </a:fld>
            <a:endParaRPr lang="ru-RU" altLang="x-none" strike="noStrike" noProof="1" dirty="0" err="1"/>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pPr fontAlgn="base"/>
            <a:r>
              <a:rPr lang="en-US" strike="noStrike" noProof="1" smtClean="0"/>
              <a:t>Click to edit Master title style</a:t>
            </a:r>
            <a:endParaRPr lang="en-US" strike="noStrike" noProof="1"/>
          </a:p>
        </p:txBody>
      </p:sp>
      <p:sp>
        <p:nvSpPr>
          <p:cNvPr id="3" name="Content Placeholder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en-US" strike="noStrike" noProof="1" smtClean="0"/>
              <a:t>Click to edit Master text styles</a:t>
            </a:r>
            <a:endParaRPr lang="en-US" strike="noStrike" noProof="1" smtClean="0"/>
          </a:p>
        </p:txBody>
      </p:sp>
      <p:sp>
        <p:nvSpPr>
          <p:cNvPr id="5" name="Slide Number Placeholder 4"/>
          <p:cNvSpPr>
            <a:spLocks noGrp="1"/>
          </p:cNvSpPr>
          <p:nvPr>
            <p:ph type="sldNum" idx="10"/>
          </p:nvPr>
        </p:nvSpPr>
        <p:spPr/>
        <p:txBody>
          <a:bodyPr/>
          <a:p>
            <a:pPr lvl="0" defTabSz="457200" eaLnBrk="1" fontAlgn="base" hangingPunct="1">
              <a:lnSpc>
                <a:spcPct val="100000"/>
              </a:lnSpc>
              <a:buClrTx/>
              <a:buSzPct val="100000"/>
              <a:buNone/>
              <a:tabLst>
                <a:tab pos="723900" algn="l"/>
                <a:tab pos="1447800" algn="l"/>
              </a:tabLst>
            </a:pPr>
            <a:fld id="{9A0DB2DC-4C9A-4742-B13C-FB6460FD3503}" type="slidenum">
              <a:rPr lang="ru-RU" altLang="x-none" strike="noStrike" noProof="1" dirty="0" err="1">
                <a:latin typeface="Arial Black" panose="020B0A04020102020204" pitchFamily="32" charset="0"/>
                <a:ea typeface="Arial Unicode MS" charset="-122"/>
                <a:cs typeface="+mn-cs"/>
              </a:rPr>
            </a:fld>
            <a:endParaRPr lang="ru-RU" altLang="x-none" strike="noStrike" noProof="1" dirty="0" err="1"/>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pPr fontAlgn="base"/>
            <a:r>
              <a:rPr lang="en-US" strike="noStrike" noProof="1" smtClean="0"/>
              <a:t>Click to edit Master title style</a:t>
            </a:r>
            <a:endParaRPr lang="en-US" strike="noStrike" noProof="1"/>
          </a:p>
        </p:txBody>
      </p:sp>
      <p:sp>
        <p:nvSpPr>
          <p:cNvPr id="3" name="Picture Placeholder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en-US" strike="noStrike" noProof="1"/>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en-US" strike="noStrike" noProof="1" smtClean="0"/>
              <a:t>Click to edit Master text styles</a:t>
            </a:r>
            <a:endParaRPr lang="en-US" strike="noStrike" noProof="1" smtClean="0"/>
          </a:p>
        </p:txBody>
      </p:sp>
      <p:sp>
        <p:nvSpPr>
          <p:cNvPr id="5" name="Slide Number Placeholder 4"/>
          <p:cNvSpPr>
            <a:spLocks noGrp="1"/>
          </p:cNvSpPr>
          <p:nvPr>
            <p:ph type="sldNum" idx="10"/>
          </p:nvPr>
        </p:nvSpPr>
        <p:spPr/>
        <p:txBody>
          <a:bodyPr/>
          <a:p>
            <a:pPr lvl="0" defTabSz="457200" eaLnBrk="1" fontAlgn="base" hangingPunct="1">
              <a:lnSpc>
                <a:spcPct val="100000"/>
              </a:lnSpc>
              <a:buClrTx/>
              <a:buSzPct val="100000"/>
              <a:buNone/>
              <a:tabLst>
                <a:tab pos="723900" algn="l"/>
                <a:tab pos="1447800" algn="l"/>
              </a:tabLst>
            </a:pPr>
            <a:fld id="{9A0DB2DC-4C9A-4742-B13C-FB6460FD3503}" type="slidenum">
              <a:rPr lang="ru-RU" altLang="x-none" strike="noStrike" noProof="1" dirty="0" err="1">
                <a:latin typeface="Arial Black" panose="020B0A04020102020204" pitchFamily="32" charset="0"/>
                <a:ea typeface="Arial Unicode MS" charset="-122"/>
                <a:cs typeface="+mn-cs"/>
              </a:rPr>
            </a:fld>
            <a:endParaRPr lang="ru-RU" altLang="x-none" strike="noStrike" noProof="1" dirty="0" err="1"/>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smtClean="0"/>
              <a:t>Click to edit Master title style</a:t>
            </a:r>
            <a:endParaRPr lang="en-US" strike="noStrike" noProof="1"/>
          </a:p>
        </p:txBody>
      </p:sp>
      <p:sp>
        <p:nvSpPr>
          <p:cNvPr id="3" name="Vertical Text Placeholder 2"/>
          <p:cNvSpPr>
            <a:spLocks noGrp="1"/>
          </p:cNvSpPr>
          <p:nvPr>
            <p:ph type="body" orient="vert" idx="1"/>
          </p:nvPr>
        </p:nvSpPr>
        <p:spPr/>
        <p:txBody>
          <a:bodyPr vert="eaVert"/>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Slide Number Placeholder 3"/>
          <p:cNvSpPr>
            <a:spLocks noGrp="1"/>
          </p:cNvSpPr>
          <p:nvPr>
            <p:ph type="sldNum" idx="10"/>
          </p:nvPr>
        </p:nvSpPr>
        <p:spPr/>
        <p:txBody>
          <a:bodyPr/>
          <a:p>
            <a:pPr lvl="0" defTabSz="457200" eaLnBrk="1" fontAlgn="base" hangingPunct="1">
              <a:lnSpc>
                <a:spcPct val="100000"/>
              </a:lnSpc>
              <a:buClrTx/>
              <a:buSzPct val="100000"/>
              <a:buNone/>
              <a:tabLst>
                <a:tab pos="723900" algn="l"/>
                <a:tab pos="1447800" algn="l"/>
              </a:tabLst>
            </a:pPr>
            <a:fld id="{9A0DB2DC-4C9A-4742-B13C-FB6460FD3503}" type="slidenum">
              <a:rPr lang="ru-RU" altLang="x-none" strike="noStrike" noProof="1" dirty="0" err="1">
                <a:latin typeface="Arial Black" panose="020B0A04020102020204" pitchFamily="32" charset="0"/>
                <a:ea typeface="Arial Unicode MS" charset="-122"/>
                <a:cs typeface="+mn-cs"/>
              </a:rPr>
            </a:fld>
            <a:endParaRPr lang="ru-RU" altLang="x-none" strike="noStrike" noProof="1" dirty="0" err="1"/>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47235" y="228600"/>
            <a:ext cx="2083991" cy="5788025"/>
          </a:xfrm>
        </p:spPr>
        <p:txBody>
          <a:bodyPr vert="eaVert"/>
          <a:lstStyle/>
          <a:p>
            <a:pPr fontAlgn="base"/>
            <a:r>
              <a:rPr lang="en-US" strike="noStrike" noProof="1" smtClean="0"/>
              <a:t>Click to edit Master title style</a:t>
            </a:r>
            <a:endParaRPr lang="en-US" strike="noStrike" noProof="1"/>
          </a:p>
        </p:txBody>
      </p:sp>
      <p:sp>
        <p:nvSpPr>
          <p:cNvPr id="3" name="Vertical Text Placeholder 2"/>
          <p:cNvSpPr>
            <a:spLocks noGrp="1"/>
          </p:cNvSpPr>
          <p:nvPr>
            <p:ph type="body" orient="vert" idx="1"/>
          </p:nvPr>
        </p:nvSpPr>
        <p:spPr>
          <a:xfrm>
            <a:off x="195263" y="228600"/>
            <a:ext cx="6131160" cy="5788025"/>
          </a:xfrm>
        </p:spPr>
        <p:txBody>
          <a:bodyPr vert="eaVert"/>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Slide Number Placeholder 3"/>
          <p:cNvSpPr>
            <a:spLocks noGrp="1"/>
          </p:cNvSpPr>
          <p:nvPr>
            <p:ph type="sldNum" idx="10"/>
          </p:nvPr>
        </p:nvSpPr>
        <p:spPr/>
        <p:txBody>
          <a:bodyPr/>
          <a:p>
            <a:pPr lvl="0" defTabSz="457200" eaLnBrk="1" fontAlgn="base" hangingPunct="1">
              <a:lnSpc>
                <a:spcPct val="100000"/>
              </a:lnSpc>
              <a:buClrTx/>
              <a:buSzPct val="100000"/>
              <a:buNone/>
              <a:tabLst>
                <a:tab pos="723900" algn="l"/>
                <a:tab pos="1447800" algn="l"/>
              </a:tabLst>
            </a:pPr>
            <a:fld id="{9A0DB2DC-4C9A-4742-B13C-FB6460FD3503}" type="slidenum">
              <a:rPr lang="ru-RU" altLang="x-none" strike="noStrike" noProof="1" dirty="0" err="1">
                <a:latin typeface="Arial Black" panose="020B0A04020102020204" pitchFamily="32" charset="0"/>
                <a:ea typeface="Arial Unicode MS" charset="-122"/>
                <a:cs typeface="+mn-cs"/>
              </a:rPr>
            </a:fld>
            <a:endParaRPr lang="ru-RU" altLang="x-none" strike="noStrike" noProof="1" dirty="0" err="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2" Type="http://schemas.openxmlformats.org/officeDocument/2006/relationships/theme" Target="../theme/theme2.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grpSp>
        <p:nvGrpSpPr>
          <p:cNvPr id="1026" name="Group 1024"/>
          <p:cNvGrpSpPr/>
          <p:nvPr/>
        </p:nvGrpSpPr>
        <p:grpSpPr>
          <a:xfrm>
            <a:off x="0" y="152400"/>
            <a:ext cx="8683625" cy="6092825"/>
            <a:chOff x="0" y="96"/>
            <a:chExt cx="5470" cy="3838"/>
          </a:xfrm>
        </p:grpSpPr>
        <p:sp>
          <p:nvSpPr>
            <p:cNvPr id="1027" name="Rounded Rectangle 1025"/>
            <p:cNvSpPr/>
            <p:nvPr/>
          </p:nvSpPr>
          <p:spPr>
            <a:xfrm>
              <a:off x="240" y="336"/>
              <a:ext cx="5230" cy="3598"/>
            </a:xfrm>
            <a:prstGeom prst="roundRect">
              <a:avLst>
                <a:gd name="adj" fmla="val 13727"/>
              </a:avLst>
            </a:prstGeom>
            <a:noFill/>
            <a:ln w="50760" cap="sq" cmpd="sng">
              <a:solidFill>
                <a:srgbClr val="669999"/>
              </a:solidFill>
              <a:prstDash val="solid"/>
              <a:miter/>
              <a:headEnd type="none" w="med" len="med"/>
              <a:tailEnd type="none" w="med" len="med"/>
            </a:ln>
          </p:spPr>
          <p:txBody>
            <a:bodyPr anchor="t" anchorCtr="0"/>
            <a:p>
              <a:pPr lvl="0"/>
              <a:endParaRPr lang="en-US" altLang="zh-CN">
                <a:latin typeface="Arial" panose="020B0604020202020204" pitchFamily="34" charset="0"/>
              </a:endParaRPr>
            </a:p>
          </p:txBody>
        </p:sp>
        <p:sp>
          <p:nvSpPr>
            <p:cNvPr id="1028" name="Freeform 1026"/>
            <p:cNvSpPr/>
            <p:nvPr/>
          </p:nvSpPr>
          <p:spPr>
            <a:xfrm>
              <a:off x="0" y="96"/>
              <a:ext cx="5374" cy="766"/>
            </a:xfrm>
            <a:custGeom>
              <a:avLst/>
              <a:gdLst/>
              <a:ahLst/>
              <a:cxnLst>
                <a:cxn ang="0">
                  <a:pos x="0" y="0"/>
                </a:cxn>
                <a:cxn ang="0">
                  <a:pos x="2" y="0"/>
                </a:cxn>
                <a:cxn ang="0">
                  <a:pos x="2" y="2"/>
                </a:cxn>
                <a:cxn ang="0">
                  <a:pos x="2" y="2"/>
                </a:cxn>
                <a:cxn ang="0">
                  <a:pos x="0" y="2"/>
                </a:cxn>
              </a:cxnLst>
              <a:pathLst>
                <a:path w="7000" h="1000">
                  <a:moveTo>
                    <a:pt x="0" y="0"/>
                  </a:moveTo>
                  <a:lnTo>
                    <a:pt x="6499" y="0"/>
                  </a:lnTo>
                  <a:cubicBezTo>
                    <a:pt x="6776" y="0"/>
                    <a:pt x="7000" y="223"/>
                    <a:pt x="7000" y="500"/>
                  </a:cubicBezTo>
                  <a:cubicBezTo>
                    <a:pt x="7000" y="776"/>
                    <a:pt x="6776" y="999"/>
                    <a:pt x="6500" y="1000"/>
                  </a:cubicBezTo>
                  <a:lnTo>
                    <a:pt x="0" y="1000"/>
                  </a:lnTo>
                  <a:lnTo>
                    <a:pt x="0" y="0"/>
                  </a:lnTo>
                  <a:close/>
                </a:path>
              </a:pathLst>
            </a:custGeom>
            <a:solidFill>
              <a:srgbClr val="6666CC"/>
            </a:solidFill>
            <a:ln w="9525">
              <a:noFill/>
            </a:ln>
          </p:spPr>
          <p:txBody>
            <a:bodyPr/>
            <a:p>
              <a:endParaRPr lang="en-US"/>
            </a:p>
          </p:txBody>
        </p:sp>
        <p:sp>
          <p:nvSpPr>
            <p:cNvPr id="1029" name="Straight Connector 1027"/>
            <p:cNvSpPr/>
            <p:nvPr/>
          </p:nvSpPr>
          <p:spPr>
            <a:xfrm>
              <a:off x="0" y="768"/>
              <a:ext cx="5086" cy="0"/>
            </a:xfrm>
            <a:prstGeom prst="line">
              <a:avLst/>
            </a:prstGeom>
            <a:ln w="38160" cap="sq" cmpd="sng">
              <a:solidFill>
                <a:srgbClr val="FFFFFF"/>
              </a:solidFill>
              <a:prstDash val="solid"/>
              <a:miter/>
              <a:headEnd type="none" w="med" len="med"/>
              <a:tailEnd type="none" w="med" len="med"/>
            </a:ln>
          </p:spPr>
        </p:sp>
      </p:grpSp>
      <p:sp>
        <p:nvSpPr>
          <p:cNvPr id="1030" name="Title 1028"/>
          <p:cNvSpPr>
            <a:spLocks noGrp="1"/>
          </p:cNvSpPr>
          <p:nvPr>
            <p:ph type="title"/>
          </p:nvPr>
        </p:nvSpPr>
        <p:spPr>
          <a:xfrm>
            <a:off x="195263" y="228600"/>
            <a:ext cx="8012112" cy="911225"/>
          </a:xfrm>
          <a:prstGeom prst="rect">
            <a:avLst/>
          </a:prstGeom>
          <a:noFill/>
          <a:ln w="9525">
            <a:noFill/>
          </a:ln>
        </p:spPr>
        <p:txBody>
          <a:bodyPr wrap="square" lIns="90000" tIns="46800" rIns="90000" bIns="46800" anchor="ctr" anchorCtr="0"/>
          <a:p>
            <a:pPr lvl="0"/>
            <a:r>
              <a:rPr lang="en-GB" dirty="0"/>
              <a:t>Для правки текста заголовка щелкните мышью</a:t>
            </a:r>
            <a:endParaRPr lang="en-GB" dirty="0"/>
          </a:p>
        </p:txBody>
      </p:sp>
      <p:sp>
        <p:nvSpPr>
          <p:cNvPr id="1031" name="Text Placeholder 1029"/>
          <p:cNvSpPr>
            <a:spLocks noGrp="1"/>
          </p:cNvSpPr>
          <p:nvPr>
            <p:ph type="body"/>
          </p:nvPr>
        </p:nvSpPr>
        <p:spPr>
          <a:xfrm>
            <a:off x="609600" y="1600200"/>
            <a:ext cx="7921625" cy="4416425"/>
          </a:xfrm>
          <a:prstGeom prst="rect">
            <a:avLst/>
          </a:prstGeom>
          <a:noFill/>
          <a:ln w="9525">
            <a:noFill/>
          </a:ln>
        </p:spPr>
        <p:txBody>
          <a:bodyPr wrap="square" lIns="90000" tIns="46800" rIns="90000" bIns="46800" anchor="t" anchorCtr="0"/>
          <a:p>
            <a:pPr lvl="0"/>
            <a:r>
              <a:rPr lang="en-GB" dirty="0"/>
              <a:t>Для правки структуры щелкните мышью</a:t>
            </a:r>
            <a:endParaRPr lang="en-GB" dirty="0"/>
          </a:p>
          <a:p>
            <a:pPr lvl="1"/>
            <a:r>
              <a:rPr lang="en-GB" dirty="0"/>
              <a:t>Второй уровень структуры</a:t>
            </a:r>
            <a:endParaRPr lang="en-GB" dirty="0"/>
          </a:p>
          <a:p>
            <a:pPr lvl="2"/>
            <a:r>
              <a:rPr lang="en-GB" dirty="0"/>
              <a:t>Третий уровень структуры</a:t>
            </a:r>
            <a:endParaRPr lang="en-GB" dirty="0"/>
          </a:p>
          <a:p>
            <a:pPr lvl="3"/>
            <a:r>
              <a:rPr lang="en-GB" dirty="0"/>
              <a:t>Четвёртый уровень структуры</a:t>
            </a:r>
            <a:endParaRPr lang="en-GB" dirty="0"/>
          </a:p>
          <a:p>
            <a:pPr lvl="4"/>
            <a:r>
              <a:rPr lang="en-GB" dirty="0"/>
              <a:t>Пятый уровень структуры</a:t>
            </a:r>
            <a:endParaRPr lang="en-GB" dirty="0"/>
          </a:p>
          <a:p>
            <a:pPr lvl="4"/>
            <a:r>
              <a:rPr lang="en-GB" dirty="0"/>
              <a:t>Шестой уровень структуры</a:t>
            </a:r>
            <a:endParaRPr lang="en-GB" dirty="0"/>
          </a:p>
          <a:p>
            <a:pPr lvl="4"/>
            <a:r>
              <a:rPr lang="en-GB" dirty="0"/>
              <a:t>Седьмой уровень структуры</a:t>
            </a:r>
            <a:endParaRPr lang="en-GB" dirty="0"/>
          </a:p>
          <a:p>
            <a:pPr lvl="4"/>
            <a:r>
              <a:rPr lang="en-GB" dirty="0"/>
              <a:t>Восьмой уровень структуры</a:t>
            </a:r>
            <a:endParaRPr lang="en-GB" dirty="0"/>
          </a:p>
          <a:p>
            <a:pPr lvl="4"/>
            <a:r>
              <a:rPr lang="en-GB" dirty="0"/>
              <a:t>Девятый уровень структуры</a:t>
            </a:r>
            <a:endParaRPr lang="en-GB" dirty="0"/>
          </a:p>
        </p:txBody>
      </p:sp>
      <p:sp>
        <p:nvSpPr>
          <p:cNvPr id="1032" name="Text Box 1030"/>
          <p:cNvSpPr txBox="1"/>
          <p:nvPr/>
        </p:nvSpPr>
        <p:spPr>
          <a:xfrm>
            <a:off x="457200" y="6248400"/>
            <a:ext cx="2133600" cy="457200"/>
          </a:xfrm>
          <a:prstGeom prst="rect">
            <a:avLst/>
          </a:prstGeom>
          <a:noFill/>
          <a:ln w="9525">
            <a:noFill/>
          </a:ln>
        </p:spPr>
        <p:txBody>
          <a:bodyPr anchor="t" anchorCtr="0"/>
          <a:p>
            <a:pPr lvl="0"/>
            <a:endParaRPr lang="en-US" altLang="zh-CN">
              <a:latin typeface="Arial" panose="020B0604020202020204" pitchFamily="34" charset="0"/>
            </a:endParaRPr>
          </a:p>
        </p:txBody>
      </p:sp>
      <p:sp>
        <p:nvSpPr>
          <p:cNvPr id="1033" name="Text Box 1031"/>
          <p:cNvSpPr txBox="1"/>
          <p:nvPr/>
        </p:nvSpPr>
        <p:spPr>
          <a:xfrm>
            <a:off x="3124200" y="6248400"/>
            <a:ext cx="2895600" cy="457200"/>
          </a:xfrm>
          <a:prstGeom prst="rect">
            <a:avLst/>
          </a:prstGeom>
          <a:noFill/>
          <a:ln w="9525">
            <a:noFill/>
          </a:ln>
        </p:spPr>
        <p:txBody>
          <a:bodyPr anchor="t" anchorCtr="0"/>
          <a:p>
            <a:pPr lvl="0"/>
            <a:endParaRPr lang="en-US" altLang="zh-CN">
              <a:latin typeface="Arial" panose="020B0604020202020204" pitchFamily="34" charset="0"/>
            </a:endParaRPr>
          </a:p>
        </p:txBody>
      </p:sp>
      <p:sp>
        <p:nvSpPr>
          <p:cNvPr id="2" name="Slide Number Placeholder 1032"/>
          <p:cNvSpPr>
            <a:spLocks noGrp="1"/>
          </p:cNvSpPr>
          <p:nvPr>
            <p:ph type="sldNum"/>
          </p:nvPr>
        </p:nvSpPr>
        <p:spPr>
          <a:xfrm>
            <a:off x="6553200" y="6248400"/>
            <a:ext cx="2130425" cy="454025"/>
          </a:xfrm>
          <a:prstGeom prst="rect">
            <a:avLst/>
          </a:prstGeom>
          <a:noFill/>
          <a:ln w="9525">
            <a:noFill/>
          </a:ln>
        </p:spPr>
        <p:txBody>
          <a:bodyPr wrap="square" lIns="90000" tIns="46800" rIns="90000" bIns="46800" anchor="b" anchorCtr="0"/>
          <a:lstStyle>
            <a:lvl1pPr>
              <a:buFontTx/>
              <a:defRPr/>
            </a:lvl1pPr>
          </a:lstStyle>
          <a:p>
            <a:pPr lvl="0" defTabSz="457200" eaLnBrk="1" fontAlgn="base" hangingPunct="1">
              <a:buClrTx/>
              <a:buSzPct val="10000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9A0DB2DC-4C9A-4742-B13C-FB6460FD3503}" type="slidenum">
              <a:rPr lang="ru-RU" altLang="x-none" strike="noStrike" noProof="1" dirty="0" err="1">
                <a:latin typeface="Arial" panose="020B0604020202020204" pitchFamily="34" charset="0"/>
                <a:ea typeface="Microsoft YaHei" panose="020B0503020204020204" charset="-122"/>
                <a:cs typeface="+mn-cs"/>
              </a:rPr>
            </a:fld>
            <a:endParaRPr lang="ru-RU" altLang="x-none" strike="noStrike" noProof="1" dirty="0" err="1"/>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marL="0" lvl="0" indent="0" algn="l" defTabSz="457200" rtl="0" eaLnBrk="0" fontAlgn="base" latinLnBrk="0" hangingPunct="0">
        <a:lnSpc>
          <a:spcPct val="100000"/>
        </a:lnSpc>
        <a:spcBef>
          <a:spcPct val="0"/>
        </a:spcBef>
        <a:spcAft>
          <a:spcPct val="0"/>
        </a:spcAft>
        <a:buClr>
          <a:srgbClr val="000000"/>
        </a:buClr>
        <a:buSzPct val="100000"/>
        <a:buFont typeface="Times New Roman" panose="02020603050405020304" pitchFamily="16" charset="0"/>
        <a:buNone/>
        <a:defRPr sz="4200" b="0" i="0" u="none" kern="1200" baseline="0">
          <a:solidFill>
            <a:srgbClr val="FFFFFF"/>
          </a:solidFill>
          <a:latin typeface="+mj-lt"/>
          <a:ea typeface="+mj-ea"/>
          <a:cs typeface="+mj-cs"/>
        </a:defRPr>
      </a:lvl1pPr>
      <a:lvl2pPr marL="742950" lvl="1" indent="-285750" algn="l" defTabSz="457200" rtl="0" eaLnBrk="0" fontAlgn="base" latinLnBrk="0" hangingPunct="0">
        <a:lnSpc>
          <a:spcPct val="100000"/>
        </a:lnSpc>
        <a:spcBef>
          <a:spcPct val="0"/>
        </a:spcBef>
        <a:spcAft>
          <a:spcPct val="0"/>
        </a:spcAft>
        <a:buClr>
          <a:srgbClr val="000000"/>
        </a:buClr>
        <a:buSzPct val="100000"/>
        <a:buFont typeface="Times New Roman" panose="02020603050405020304" pitchFamily="16" charset="0"/>
        <a:buNone/>
        <a:defRPr sz="4200" b="0" i="0" u="none" kern="1200" baseline="0">
          <a:solidFill>
            <a:srgbClr val="FFFFFF"/>
          </a:solidFill>
          <a:latin typeface="Arial" panose="020B0604020202020204" pitchFamily="34" charset="0"/>
          <a:ea typeface="Microsoft YaHei" panose="020B0503020204020204" charset="-122"/>
          <a:cs typeface="+mj-cs"/>
        </a:defRPr>
      </a:lvl2pPr>
      <a:lvl3pPr marL="1143000" lvl="2" indent="-228600" algn="l" defTabSz="457200" rtl="0" eaLnBrk="0" fontAlgn="base" latinLnBrk="0" hangingPunct="0">
        <a:lnSpc>
          <a:spcPct val="100000"/>
        </a:lnSpc>
        <a:spcBef>
          <a:spcPct val="0"/>
        </a:spcBef>
        <a:spcAft>
          <a:spcPct val="0"/>
        </a:spcAft>
        <a:buClr>
          <a:srgbClr val="000000"/>
        </a:buClr>
        <a:buSzPct val="100000"/>
        <a:buFont typeface="Times New Roman" panose="02020603050405020304" pitchFamily="16" charset="0"/>
        <a:buNone/>
        <a:defRPr sz="4200" b="0" i="0" u="none" kern="1200" baseline="0">
          <a:solidFill>
            <a:srgbClr val="FFFFFF"/>
          </a:solidFill>
          <a:latin typeface="Arial" panose="020B0604020202020204" pitchFamily="34" charset="0"/>
          <a:ea typeface="Microsoft YaHei" panose="020B0503020204020204" charset="-122"/>
          <a:cs typeface="+mj-cs"/>
        </a:defRPr>
      </a:lvl3pPr>
      <a:lvl4pPr marL="1600200" lvl="3" indent="-228600" algn="l" defTabSz="457200" rtl="0" eaLnBrk="0" fontAlgn="base" latinLnBrk="0" hangingPunct="0">
        <a:lnSpc>
          <a:spcPct val="100000"/>
        </a:lnSpc>
        <a:spcBef>
          <a:spcPct val="0"/>
        </a:spcBef>
        <a:spcAft>
          <a:spcPct val="0"/>
        </a:spcAft>
        <a:buClr>
          <a:srgbClr val="000000"/>
        </a:buClr>
        <a:buSzPct val="100000"/>
        <a:buFont typeface="Times New Roman" panose="02020603050405020304" pitchFamily="16" charset="0"/>
        <a:buNone/>
        <a:defRPr sz="4200" b="0" i="0" u="none" kern="1200" baseline="0">
          <a:solidFill>
            <a:srgbClr val="FFFFFF"/>
          </a:solidFill>
          <a:latin typeface="Arial" panose="020B0604020202020204" pitchFamily="34" charset="0"/>
          <a:ea typeface="Microsoft YaHei" panose="020B0503020204020204" charset="-122"/>
          <a:cs typeface="+mj-cs"/>
        </a:defRPr>
      </a:lvl4pPr>
      <a:lvl5pPr marL="2057400" lvl="4" indent="-228600" algn="l" defTabSz="457200" rtl="0" eaLnBrk="0" fontAlgn="base" latinLnBrk="0" hangingPunct="0">
        <a:lnSpc>
          <a:spcPct val="100000"/>
        </a:lnSpc>
        <a:spcBef>
          <a:spcPct val="0"/>
        </a:spcBef>
        <a:spcAft>
          <a:spcPct val="0"/>
        </a:spcAft>
        <a:buClr>
          <a:srgbClr val="000000"/>
        </a:buClr>
        <a:buSzPct val="100000"/>
        <a:buFont typeface="Times New Roman" panose="02020603050405020304" pitchFamily="16" charset="0"/>
        <a:buNone/>
        <a:defRPr sz="4200" b="0" i="0" u="none" kern="1200" baseline="0">
          <a:solidFill>
            <a:srgbClr val="FFFFFF"/>
          </a:solidFill>
          <a:latin typeface="Arial" panose="020B0604020202020204" pitchFamily="34" charset="0"/>
          <a:ea typeface="Microsoft YaHei" panose="020B0503020204020204" charset="-122"/>
          <a:cs typeface="+mj-cs"/>
        </a:defRPr>
      </a:lvl5pPr>
    </p:titleStyle>
    <p:bodyStyle>
      <a:lvl1pPr marL="342900" lvl="0" indent="-342900" algn="l" defTabSz="457200" rtl="0" eaLnBrk="0" fontAlgn="base" latinLnBrk="0" hangingPunct="0">
        <a:lnSpc>
          <a:spcPct val="100000"/>
        </a:lnSpc>
        <a:spcBef>
          <a:spcPts val="800"/>
        </a:spcBef>
        <a:spcAft>
          <a:spcPct val="0"/>
        </a:spcAft>
        <a:buClr>
          <a:srgbClr val="000000"/>
        </a:buClr>
        <a:buSzPct val="100000"/>
        <a:buFont typeface="Times New Roman" panose="02020603050405020304" pitchFamily="16" charset="0"/>
        <a:buNone/>
        <a:defRPr sz="3200" b="0" i="0" u="none" kern="1200" baseline="0">
          <a:solidFill>
            <a:srgbClr val="000000"/>
          </a:solidFill>
          <a:latin typeface="+mn-lt"/>
          <a:ea typeface="+mn-ea"/>
          <a:cs typeface="+mn-cs"/>
        </a:defRPr>
      </a:lvl1pPr>
      <a:lvl2pPr marL="742950" lvl="1" indent="-285750" algn="l" defTabSz="457200" rtl="0" eaLnBrk="0" fontAlgn="base" latinLnBrk="0" hangingPunct="0">
        <a:lnSpc>
          <a:spcPct val="100000"/>
        </a:lnSpc>
        <a:spcBef>
          <a:spcPts val="700"/>
        </a:spcBef>
        <a:spcAft>
          <a:spcPct val="0"/>
        </a:spcAft>
        <a:buClr>
          <a:srgbClr val="000000"/>
        </a:buClr>
        <a:buSzPct val="100000"/>
        <a:buFont typeface="Times New Roman" panose="02020603050405020304" pitchFamily="16" charset="0"/>
        <a:buNone/>
        <a:defRPr sz="2800" b="0" i="0" u="none" kern="1200" baseline="0">
          <a:solidFill>
            <a:srgbClr val="000000"/>
          </a:solidFill>
          <a:latin typeface="Arial" panose="020B0604020202020204" pitchFamily="34" charset="0"/>
          <a:ea typeface="Microsoft YaHei" panose="020B0503020204020204" charset="-122"/>
          <a:cs typeface="+mn-cs"/>
        </a:defRPr>
      </a:lvl2pPr>
      <a:lvl3pPr marL="1143000" lvl="2" indent="-228600" algn="l" defTabSz="457200" rtl="0" eaLnBrk="0" fontAlgn="base" latinLnBrk="0" hangingPunct="0">
        <a:lnSpc>
          <a:spcPct val="100000"/>
        </a:lnSpc>
        <a:spcBef>
          <a:spcPts val="600"/>
        </a:spcBef>
        <a:spcAft>
          <a:spcPct val="0"/>
        </a:spcAft>
        <a:buClr>
          <a:srgbClr val="000000"/>
        </a:buClr>
        <a:buSzPct val="100000"/>
        <a:buFont typeface="Times New Roman" panose="02020603050405020304" pitchFamily="16" charset="0"/>
        <a:buNone/>
        <a:defRPr sz="2400" b="0" i="0" u="none" kern="1200" baseline="0">
          <a:solidFill>
            <a:srgbClr val="000000"/>
          </a:solidFill>
          <a:latin typeface="Arial" panose="020B0604020202020204" pitchFamily="34" charset="0"/>
          <a:ea typeface="Microsoft YaHei" panose="020B0503020204020204" charset="-122"/>
          <a:cs typeface="+mn-cs"/>
        </a:defRPr>
      </a:lvl3pPr>
      <a:lvl4pPr marL="1600200" lvl="3" indent="-228600" algn="l" defTabSz="457200" rtl="0" eaLnBrk="0" fontAlgn="base" latinLnBrk="0" hangingPunct="0">
        <a:lnSpc>
          <a:spcPct val="100000"/>
        </a:lnSpc>
        <a:spcBef>
          <a:spcPts val="500"/>
        </a:spcBef>
        <a:spcAft>
          <a:spcPct val="0"/>
        </a:spcAft>
        <a:buClr>
          <a:srgbClr val="000000"/>
        </a:buClr>
        <a:buSzPct val="100000"/>
        <a:buFont typeface="Times New Roman" panose="02020603050405020304" pitchFamily="16" charset="0"/>
        <a:buNone/>
        <a:defRPr sz="2000" b="0" i="0" u="none" kern="1200" baseline="0">
          <a:solidFill>
            <a:srgbClr val="000000"/>
          </a:solidFill>
          <a:latin typeface="Arial" panose="020B0604020202020204" pitchFamily="34" charset="0"/>
          <a:ea typeface="Microsoft YaHei" panose="020B0503020204020204" charset="-122"/>
          <a:cs typeface="+mn-cs"/>
        </a:defRPr>
      </a:lvl4pPr>
      <a:lvl5pPr marL="2057400" lvl="4" indent="-228600" algn="l" defTabSz="457200" rtl="0" eaLnBrk="0" fontAlgn="base" latinLnBrk="0" hangingPunct="0">
        <a:lnSpc>
          <a:spcPct val="100000"/>
        </a:lnSpc>
        <a:spcBef>
          <a:spcPts val="500"/>
        </a:spcBef>
        <a:spcAft>
          <a:spcPct val="0"/>
        </a:spcAft>
        <a:buClr>
          <a:srgbClr val="000000"/>
        </a:buClr>
        <a:buSzPct val="100000"/>
        <a:buFont typeface="Times New Roman" panose="02020603050405020304" pitchFamily="16" charset="0"/>
        <a:buNone/>
        <a:defRPr sz="2000" b="0" i="0" u="none" kern="1200" baseline="0">
          <a:solidFill>
            <a:srgbClr val="000000"/>
          </a:solidFill>
          <a:latin typeface="Arial" panose="020B0604020202020204" pitchFamily="34" charset="0"/>
          <a:ea typeface="Microsoft YaHei" panose="020B0503020204020204" charset="-122"/>
          <a:cs typeface="+mn-cs"/>
        </a:defRPr>
      </a:lvl5pPr>
      <a:lvl6pPr marL="2514600" lvl="5" indent="-228600" algn="l" defTabSz="457200" rtl="0" eaLnBrk="0" fontAlgn="base" latinLnBrk="0" hangingPunct="0">
        <a:lnSpc>
          <a:spcPct val="100000"/>
        </a:lnSpc>
        <a:spcBef>
          <a:spcPts val="500"/>
        </a:spcBef>
        <a:spcAft>
          <a:spcPct val="0"/>
        </a:spcAft>
        <a:buClr>
          <a:srgbClr val="000000"/>
        </a:buClr>
        <a:buSzPct val="100000"/>
        <a:buFont typeface="Times New Roman" panose="02020603050405020304" pitchFamily="16" charset="0"/>
        <a:buNone/>
        <a:defRPr sz="2000" b="0" i="0" u="none" kern="1200" baseline="0">
          <a:solidFill>
            <a:srgbClr val="000000"/>
          </a:solidFill>
          <a:latin typeface="Arial" panose="020B0604020202020204" pitchFamily="34" charset="0"/>
          <a:ea typeface="Microsoft YaHei" panose="020B0503020204020204" charset="-122"/>
          <a:cs typeface="+mn-cs"/>
        </a:defRPr>
      </a:lvl6pPr>
      <a:lvl7pPr marL="2971800" lvl="6" indent="-228600" algn="l" defTabSz="457200" rtl="0" eaLnBrk="0" fontAlgn="base" latinLnBrk="0" hangingPunct="0">
        <a:lnSpc>
          <a:spcPct val="100000"/>
        </a:lnSpc>
        <a:spcBef>
          <a:spcPts val="500"/>
        </a:spcBef>
        <a:spcAft>
          <a:spcPct val="0"/>
        </a:spcAft>
        <a:buClr>
          <a:srgbClr val="000000"/>
        </a:buClr>
        <a:buSzPct val="100000"/>
        <a:buFont typeface="Times New Roman" panose="02020603050405020304" pitchFamily="16" charset="0"/>
        <a:buNone/>
        <a:defRPr sz="2000" b="0" i="0" u="none" kern="1200" baseline="0">
          <a:solidFill>
            <a:srgbClr val="000000"/>
          </a:solidFill>
          <a:latin typeface="Arial" panose="020B0604020202020204" pitchFamily="34" charset="0"/>
          <a:ea typeface="Microsoft YaHei" panose="020B0503020204020204" charset="-122"/>
          <a:cs typeface="+mn-cs"/>
        </a:defRPr>
      </a:lvl7pPr>
      <a:lvl8pPr marL="3429000" lvl="7" indent="-228600" algn="l" defTabSz="457200" rtl="0" eaLnBrk="0" fontAlgn="base" latinLnBrk="0" hangingPunct="0">
        <a:lnSpc>
          <a:spcPct val="100000"/>
        </a:lnSpc>
        <a:spcBef>
          <a:spcPts val="500"/>
        </a:spcBef>
        <a:spcAft>
          <a:spcPct val="0"/>
        </a:spcAft>
        <a:buClr>
          <a:srgbClr val="000000"/>
        </a:buClr>
        <a:buSzPct val="100000"/>
        <a:buFont typeface="Times New Roman" panose="02020603050405020304" pitchFamily="16" charset="0"/>
        <a:buNone/>
        <a:defRPr sz="2000" b="0" i="0" u="none" kern="1200" baseline="0">
          <a:solidFill>
            <a:srgbClr val="000000"/>
          </a:solidFill>
          <a:latin typeface="Arial" panose="020B0604020202020204" pitchFamily="34" charset="0"/>
          <a:ea typeface="Microsoft YaHei" panose="020B0503020204020204" charset="-122"/>
          <a:cs typeface="+mn-cs"/>
        </a:defRPr>
      </a:lvl8pPr>
      <a:lvl9pPr marL="3886200" lvl="8" indent="-228600" algn="l" defTabSz="457200" rtl="0" eaLnBrk="0" fontAlgn="base" latinLnBrk="0" hangingPunct="0">
        <a:lnSpc>
          <a:spcPct val="100000"/>
        </a:lnSpc>
        <a:spcBef>
          <a:spcPts val="500"/>
        </a:spcBef>
        <a:spcAft>
          <a:spcPct val="0"/>
        </a:spcAft>
        <a:buClr>
          <a:srgbClr val="000000"/>
        </a:buClr>
        <a:buSzPct val="100000"/>
        <a:buFont typeface="Times New Roman" panose="02020603050405020304" pitchFamily="16" charset="0"/>
        <a:buNone/>
        <a:defRPr sz="2000" b="0" i="0" u="none" kern="1200" baseline="0">
          <a:solidFill>
            <a:srgbClr val="000000"/>
          </a:solidFill>
          <a:latin typeface="Arial" panose="020B0604020202020204" pitchFamily="34" charset="0"/>
          <a:ea typeface="Microsoft YaHei" panose="020B0503020204020204" charset="-122"/>
          <a:cs typeface="+mn-cs"/>
        </a:defRPr>
      </a:lvl9pPr>
    </p:bodyStyle>
    <p:otherStyle>
      <a:lvl1pPr marL="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mn-lt"/>
          <a:ea typeface="+mn-ea"/>
          <a:cs typeface="+mn-cs"/>
        </a:defRPr>
      </a:lvl1pPr>
      <a:lvl2pPr marL="742950" lvl="1" indent="-28575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2pPr>
      <a:lvl3pPr marL="1143000" lvl="2" indent="-22860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3pPr>
      <a:lvl4pPr marL="1600200" lvl="3" indent="-22860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4pPr>
      <a:lvl5pPr marL="2057400" lvl="4" indent="-22860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5pPr>
      <a:lvl6pPr marL="2286000" lvl="5" indent="-22860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6pPr>
      <a:lvl7pPr marL="2743200" lvl="6" indent="-22860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7pPr>
      <a:lvl8pPr marL="3200400" lvl="7" indent="-22860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8pPr>
      <a:lvl9pPr marL="3657600" lvl="8" indent="-22860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grpSp>
        <p:nvGrpSpPr>
          <p:cNvPr id="2050" name="Group 2048"/>
          <p:cNvGrpSpPr/>
          <p:nvPr/>
        </p:nvGrpSpPr>
        <p:grpSpPr>
          <a:xfrm>
            <a:off x="0" y="927100"/>
            <a:ext cx="8988425" cy="4492625"/>
            <a:chOff x="0" y="584"/>
            <a:chExt cx="5662" cy="2830"/>
          </a:xfrm>
        </p:grpSpPr>
        <p:sp>
          <p:nvSpPr>
            <p:cNvPr id="2051" name="Rounded Rectangle 2049"/>
            <p:cNvSpPr/>
            <p:nvPr/>
          </p:nvSpPr>
          <p:spPr>
            <a:xfrm>
              <a:off x="432" y="1304"/>
              <a:ext cx="4654" cy="2110"/>
            </a:xfrm>
            <a:prstGeom prst="roundRect">
              <a:avLst>
                <a:gd name="adj" fmla="val 16667"/>
              </a:avLst>
            </a:prstGeom>
            <a:noFill/>
            <a:ln w="50760" cap="sq" cmpd="sng">
              <a:solidFill>
                <a:srgbClr val="669999"/>
              </a:solidFill>
              <a:prstDash val="solid"/>
              <a:miter/>
              <a:headEnd type="none" w="med" len="med"/>
              <a:tailEnd type="none" w="med" len="med"/>
            </a:ln>
          </p:spPr>
          <p:txBody>
            <a:bodyPr anchor="t" anchorCtr="0"/>
            <a:p>
              <a:pPr lvl="0"/>
              <a:endParaRPr lang="en-US" altLang="zh-CN">
                <a:latin typeface="Arial" panose="020B0604020202020204" pitchFamily="34" charset="0"/>
              </a:endParaRPr>
            </a:p>
          </p:txBody>
        </p:sp>
        <p:sp>
          <p:nvSpPr>
            <p:cNvPr id="2052" name="Rectangles 2050"/>
            <p:cNvSpPr/>
            <p:nvPr/>
          </p:nvSpPr>
          <p:spPr>
            <a:xfrm>
              <a:off x="144" y="584"/>
              <a:ext cx="4510" cy="622"/>
            </a:xfrm>
            <a:prstGeom prst="rect">
              <a:avLst/>
            </a:prstGeom>
            <a:solidFill>
              <a:srgbClr val="FFFFFF"/>
            </a:solidFill>
            <a:ln w="57240" cap="sq" cmpd="sng">
              <a:solidFill>
                <a:srgbClr val="669999"/>
              </a:solidFill>
              <a:prstDash val="solid"/>
              <a:miter/>
              <a:headEnd type="none" w="med" len="med"/>
              <a:tailEnd type="none" w="med" len="med"/>
            </a:ln>
          </p:spPr>
          <p:txBody>
            <a:bodyPr anchor="t" anchorCtr="0"/>
            <a:p>
              <a:pPr lvl="0"/>
              <a:endParaRPr lang="en-US" altLang="zh-CN">
                <a:latin typeface="Arial" panose="020B0604020202020204" pitchFamily="34" charset="0"/>
              </a:endParaRPr>
            </a:p>
          </p:txBody>
        </p:sp>
        <p:sp>
          <p:nvSpPr>
            <p:cNvPr id="2053" name="Freeform 2051"/>
            <p:cNvSpPr/>
            <p:nvPr/>
          </p:nvSpPr>
          <p:spPr>
            <a:xfrm>
              <a:off x="0" y="872"/>
              <a:ext cx="5662" cy="1150"/>
            </a:xfrm>
            <a:custGeom>
              <a:avLst/>
              <a:gdLst/>
              <a:ahLst/>
              <a:cxnLst>
                <a:cxn ang="0">
                  <a:pos x="0" y="0"/>
                </a:cxn>
                <a:cxn ang="0">
                  <a:pos x="178537909" y="0"/>
                </a:cxn>
                <a:cxn ang="0">
                  <a:pos x="198785821" y="20342807"/>
                </a:cxn>
                <a:cxn ang="0">
                  <a:pos x="178577890" y="40617799"/>
                </a:cxn>
                <a:cxn ang="0">
                  <a:pos x="0" y="40617799"/>
                </a:cxn>
              </a:cxnLst>
              <a:pathLst>
                <a:path w="4917" h="1000">
                  <a:moveTo>
                    <a:pt x="0" y="0"/>
                  </a:moveTo>
                  <a:lnTo>
                    <a:pt x="4416" y="0"/>
                  </a:lnTo>
                  <a:cubicBezTo>
                    <a:pt x="4693" y="0"/>
                    <a:pt x="4917" y="223"/>
                    <a:pt x="4917" y="500"/>
                  </a:cubicBezTo>
                  <a:cubicBezTo>
                    <a:pt x="4917" y="776"/>
                    <a:pt x="4693" y="999"/>
                    <a:pt x="4417" y="1000"/>
                  </a:cubicBezTo>
                  <a:lnTo>
                    <a:pt x="0" y="1000"/>
                  </a:lnTo>
                  <a:lnTo>
                    <a:pt x="0" y="0"/>
                  </a:lnTo>
                  <a:close/>
                </a:path>
              </a:pathLst>
            </a:custGeom>
            <a:solidFill>
              <a:srgbClr val="6666CC"/>
            </a:solidFill>
            <a:ln w="9525">
              <a:noFill/>
            </a:ln>
          </p:spPr>
          <p:txBody>
            <a:bodyPr/>
            <a:p>
              <a:endParaRPr lang="en-US"/>
            </a:p>
          </p:txBody>
        </p:sp>
        <p:sp>
          <p:nvSpPr>
            <p:cNvPr id="2054" name="Straight Connector 2052"/>
            <p:cNvSpPr/>
            <p:nvPr/>
          </p:nvSpPr>
          <p:spPr>
            <a:xfrm>
              <a:off x="0" y="1928"/>
              <a:ext cx="5230" cy="0"/>
            </a:xfrm>
            <a:prstGeom prst="line">
              <a:avLst/>
            </a:prstGeom>
            <a:ln w="50760" cap="sq" cmpd="sng">
              <a:solidFill>
                <a:srgbClr val="FFFFFF"/>
              </a:solidFill>
              <a:prstDash val="solid"/>
              <a:miter/>
              <a:headEnd type="none" w="med" len="med"/>
              <a:tailEnd type="none" w="med" len="med"/>
            </a:ln>
          </p:spPr>
        </p:sp>
      </p:grpSp>
      <p:sp>
        <p:nvSpPr>
          <p:cNvPr id="2055" name="Title 2053"/>
          <p:cNvSpPr>
            <a:spLocks noGrp="1"/>
          </p:cNvSpPr>
          <p:nvPr>
            <p:ph type="title"/>
          </p:nvPr>
        </p:nvSpPr>
        <p:spPr>
          <a:xfrm>
            <a:off x="195263" y="228600"/>
            <a:ext cx="8012112" cy="911225"/>
          </a:xfrm>
          <a:prstGeom prst="rect">
            <a:avLst/>
          </a:prstGeom>
          <a:noFill/>
          <a:ln w="9525">
            <a:noFill/>
          </a:ln>
        </p:spPr>
        <p:txBody>
          <a:bodyPr wrap="square" lIns="90000" tIns="46800" rIns="90000" bIns="46800" anchor="ctr" anchorCtr="0"/>
          <a:p>
            <a:pPr lvl="0"/>
            <a:r>
              <a:rPr lang="en-GB" dirty="0"/>
              <a:t>Для правки текста заголовка щелкните мышью</a:t>
            </a:r>
            <a:endParaRPr lang="en-GB" dirty="0"/>
          </a:p>
        </p:txBody>
      </p:sp>
      <p:sp>
        <p:nvSpPr>
          <p:cNvPr id="2056" name="Text Placeholder 2054"/>
          <p:cNvSpPr>
            <a:spLocks noGrp="1"/>
          </p:cNvSpPr>
          <p:nvPr>
            <p:ph type="body"/>
          </p:nvPr>
        </p:nvSpPr>
        <p:spPr>
          <a:xfrm>
            <a:off x="609600" y="1600200"/>
            <a:ext cx="7921625" cy="4416425"/>
          </a:xfrm>
          <a:prstGeom prst="rect">
            <a:avLst/>
          </a:prstGeom>
          <a:noFill/>
          <a:ln w="9525">
            <a:noFill/>
          </a:ln>
        </p:spPr>
        <p:txBody>
          <a:bodyPr wrap="square" lIns="90000" tIns="46800" rIns="90000" bIns="46800" anchor="t" anchorCtr="0"/>
          <a:p>
            <a:pPr lvl="0"/>
            <a:r>
              <a:rPr lang="en-GB" dirty="0"/>
              <a:t>Для правки структуры щелкните мышью</a:t>
            </a:r>
            <a:endParaRPr lang="en-GB" dirty="0"/>
          </a:p>
          <a:p>
            <a:pPr lvl="1"/>
            <a:r>
              <a:rPr lang="en-GB" dirty="0"/>
              <a:t>Второй уровень структуры</a:t>
            </a:r>
            <a:endParaRPr lang="en-GB" dirty="0"/>
          </a:p>
          <a:p>
            <a:pPr lvl="2"/>
            <a:r>
              <a:rPr lang="en-GB" dirty="0"/>
              <a:t>Третий уровень структуры</a:t>
            </a:r>
            <a:endParaRPr lang="en-GB" dirty="0"/>
          </a:p>
          <a:p>
            <a:pPr lvl="3"/>
            <a:r>
              <a:rPr lang="en-GB" dirty="0"/>
              <a:t>Четвёртый уровень структуры</a:t>
            </a:r>
            <a:endParaRPr lang="en-GB" dirty="0"/>
          </a:p>
          <a:p>
            <a:pPr lvl="4"/>
            <a:r>
              <a:rPr lang="en-GB" dirty="0"/>
              <a:t>Пятый уровень структуры</a:t>
            </a:r>
            <a:endParaRPr lang="en-GB" dirty="0"/>
          </a:p>
          <a:p>
            <a:pPr lvl="4"/>
            <a:r>
              <a:rPr lang="en-GB" dirty="0"/>
              <a:t>Шестой уровень структуры</a:t>
            </a:r>
            <a:endParaRPr lang="en-GB" dirty="0"/>
          </a:p>
          <a:p>
            <a:pPr lvl="4"/>
            <a:r>
              <a:rPr lang="en-GB" dirty="0"/>
              <a:t>Седьмой уровень структуры</a:t>
            </a:r>
            <a:endParaRPr lang="en-GB" dirty="0"/>
          </a:p>
          <a:p>
            <a:pPr lvl="4"/>
            <a:r>
              <a:rPr lang="en-GB" dirty="0"/>
              <a:t>Восьмой уровень структуры</a:t>
            </a:r>
            <a:endParaRPr lang="en-GB" dirty="0"/>
          </a:p>
          <a:p>
            <a:pPr lvl="4"/>
            <a:r>
              <a:rPr lang="en-GB" dirty="0"/>
              <a:t>Девятый уровень структуры</a:t>
            </a:r>
            <a:endParaRPr lang="en-GB" dirty="0"/>
          </a:p>
        </p:txBody>
      </p:sp>
      <p:sp>
        <p:nvSpPr>
          <p:cNvPr id="2057" name="Text Box 2055"/>
          <p:cNvSpPr txBox="1"/>
          <p:nvPr/>
        </p:nvSpPr>
        <p:spPr>
          <a:xfrm>
            <a:off x="457200" y="6248400"/>
            <a:ext cx="2133600" cy="471488"/>
          </a:xfrm>
          <a:prstGeom prst="rect">
            <a:avLst/>
          </a:prstGeom>
          <a:noFill/>
          <a:ln w="9525">
            <a:noFill/>
          </a:ln>
        </p:spPr>
        <p:txBody>
          <a:bodyPr anchor="t" anchorCtr="0"/>
          <a:p>
            <a:pPr lvl="0"/>
            <a:endParaRPr lang="en-US" altLang="zh-CN">
              <a:latin typeface="Arial" panose="020B0604020202020204" pitchFamily="34" charset="0"/>
            </a:endParaRPr>
          </a:p>
        </p:txBody>
      </p:sp>
      <p:sp>
        <p:nvSpPr>
          <p:cNvPr id="2058" name="Text Box 2056"/>
          <p:cNvSpPr txBox="1"/>
          <p:nvPr/>
        </p:nvSpPr>
        <p:spPr>
          <a:xfrm>
            <a:off x="3124200" y="6253163"/>
            <a:ext cx="2895600" cy="457200"/>
          </a:xfrm>
          <a:prstGeom prst="rect">
            <a:avLst/>
          </a:prstGeom>
          <a:noFill/>
          <a:ln w="9525">
            <a:noFill/>
          </a:ln>
        </p:spPr>
        <p:txBody>
          <a:bodyPr anchor="t" anchorCtr="0"/>
          <a:p>
            <a:pPr lvl="0"/>
            <a:endParaRPr lang="en-US" altLang="zh-CN">
              <a:latin typeface="Arial" panose="020B0604020202020204" pitchFamily="34" charset="0"/>
            </a:endParaRPr>
          </a:p>
        </p:txBody>
      </p:sp>
      <p:sp>
        <p:nvSpPr>
          <p:cNvPr id="2" name="Slide Number Placeholder 2057"/>
          <p:cNvSpPr>
            <a:spLocks noGrp="1"/>
          </p:cNvSpPr>
          <p:nvPr>
            <p:ph type="sldNum"/>
          </p:nvPr>
        </p:nvSpPr>
        <p:spPr>
          <a:xfrm>
            <a:off x="6553200" y="6248400"/>
            <a:ext cx="2130425" cy="468313"/>
          </a:xfrm>
          <a:prstGeom prst="rect">
            <a:avLst/>
          </a:prstGeom>
          <a:noFill/>
          <a:ln w="9525">
            <a:noFill/>
          </a:ln>
        </p:spPr>
        <p:txBody>
          <a:bodyPr wrap="square" lIns="90000" tIns="46800" rIns="90000" bIns="46800" anchor="b" anchorCtr="0"/>
          <a:lstStyle>
            <a:lvl1pPr algn="r">
              <a:buFontTx/>
              <a:defRPr sz="1200">
                <a:latin typeface="Arial Black" panose="020B0A04020102020204" pitchFamily="32" charset="0"/>
                <a:ea typeface="Arial Unicode MS" charset="-122"/>
              </a:defRPr>
            </a:lvl1pPr>
          </a:lstStyle>
          <a:p>
            <a:pPr lvl="0" defTabSz="457200" eaLnBrk="1" fontAlgn="base" hangingPunct="1">
              <a:lnSpc>
                <a:spcPct val="100000"/>
              </a:lnSpc>
              <a:buClrTx/>
              <a:buSzPct val="100000"/>
              <a:buNone/>
              <a:tabLst>
                <a:tab pos="723900" algn="l"/>
                <a:tab pos="1447800" algn="l"/>
              </a:tabLst>
            </a:pPr>
            <a:fld id="{9A0DB2DC-4C9A-4742-B13C-FB6460FD3503}" type="slidenum">
              <a:rPr lang="ru-RU" altLang="x-none" strike="noStrike" noProof="1" dirty="0" err="1">
                <a:latin typeface="Arial Black" panose="020B0A04020102020204" pitchFamily="32" charset="0"/>
                <a:ea typeface="Arial Unicode MS" charset="-122"/>
                <a:cs typeface="+mn-cs"/>
              </a:rPr>
            </a:fld>
            <a:endParaRPr lang="ru-RU" altLang="x-none" strike="noStrike" noProof="1" dirty="0" err="1"/>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sldNum="0" hdr="0" ftr="0" dt="0"/>
  <p:txStyles>
    <p:titleStyle>
      <a:lvl1pPr marL="0" lvl="0" indent="0" algn="l" defTabSz="457200" rtl="0" eaLnBrk="0" fontAlgn="base" latinLnBrk="0" hangingPunct="0">
        <a:lnSpc>
          <a:spcPct val="100000"/>
        </a:lnSpc>
        <a:spcBef>
          <a:spcPct val="0"/>
        </a:spcBef>
        <a:spcAft>
          <a:spcPct val="0"/>
        </a:spcAft>
        <a:buClr>
          <a:srgbClr val="000000"/>
        </a:buClr>
        <a:buSzPct val="100000"/>
        <a:buFont typeface="Times New Roman" panose="02020603050405020304" pitchFamily="16" charset="0"/>
        <a:buNone/>
        <a:defRPr sz="4200" b="0" i="0" u="none" kern="1200" baseline="0">
          <a:solidFill>
            <a:srgbClr val="FFFFFF"/>
          </a:solidFill>
          <a:latin typeface="+mj-lt"/>
          <a:ea typeface="+mj-ea"/>
          <a:cs typeface="+mj-cs"/>
        </a:defRPr>
      </a:lvl1pPr>
      <a:lvl2pPr marL="742950" lvl="1" indent="-285750" algn="l" defTabSz="457200" rtl="0" eaLnBrk="0" fontAlgn="base" latinLnBrk="0" hangingPunct="0">
        <a:lnSpc>
          <a:spcPct val="100000"/>
        </a:lnSpc>
        <a:spcBef>
          <a:spcPct val="0"/>
        </a:spcBef>
        <a:spcAft>
          <a:spcPct val="0"/>
        </a:spcAft>
        <a:buClr>
          <a:srgbClr val="000000"/>
        </a:buClr>
        <a:buSzPct val="100000"/>
        <a:buFont typeface="Times New Roman" panose="02020603050405020304" pitchFamily="16" charset="0"/>
        <a:buNone/>
        <a:defRPr sz="4200" b="0" i="0" u="none" kern="1200" baseline="0">
          <a:solidFill>
            <a:srgbClr val="FFFFFF"/>
          </a:solidFill>
          <a:latin typeface="Arial" panose="020B0604020202020204" pitchFamily="34" charset="0"/>
          <a:ea typeface="Microsoft YaHei" panose="020B0503020204020204" charset="-122"/>
          <a:cs typeface="+mj-cs"/>
        </a:defRPr>
      </a:lvl2pPr>
      <a:lvl3pPr marL="1143000" lvl="2" indent="-228600" algn="l" defTabSz="457200" rtl="0" eaLnBrk="0" fontAlgn="base" latinLnBrk="0" hangingPunct="0">
        <a:lnSpc>
          <a:spcPct val="100000"/>
        </a:lnSpc>
        <a:spcBef>
          <a:spcPct val="0"/>
        </a:spcBef>
        <a:spcAft>
          <a:spcPct val="0"/>
        </a:spcAft>
        <a:buClr>
          <a:srgbClr val="000000"/>
        </a:buClr>
        <a:buSzPct val="100000"/>
        <a:buFont typeface="Times New Roman" panose="02020603050405020304" pitchFamily="16" charset="0"/>
        <a:buNone/>
        <a:defRPr sz="4200" b="0" i="0" u="none" kern="1200" baseline="0">
          <a:solidFill>
            <a:srgbClr val="FFFFFF"/>
          </a:solidFill>
          <a:latin typeface="Arial" panose="020B0604020202020204" pitchFamily="34" charset="0"/>
          <a:ea typeface="Microsoft YaHei" panose="020B0503020204020204" charset="-122"/>
          <a:cs typeface="+mj-cs"/>
        </a:defRPr>
      </a:lvl3pPr>
      <a:lvl4pPr marL="1600200" lvl="3" indent="-228600" algn="l" defTabSz="457200" rtl="0" eaLnBrk="0" fontAlgn="base" latinLnBrk="0" hangingPunct="0">
        <a:lnSpc>
          <a:spcPct val="100000"/>
        </a:lnSpc>
        <a:spcBef>
          <a:spcPct val="0"/>
        </a:spcBef>
        <a:spcAft>
          <a:spcPct val="0"/>
        </a:spcAft>
        <a:buClr>
          <a:srgbClr val="000000"/>
        </a:buClr>
        <a:buSzPct val="100000"/>
        <a:buFont typeface="Times New Roman" panose="02020603050405020304" pitchFamily="16" charset="0"/>
        <a:buNone/>
        <a:defRPr sz="4200" b="0" i="0" u="none" kern="1200" baseline="0">
          <a:solidFill>
            <a:srgbClr val="FFFFFF"/>
          </a:solidFill>
          <a:latin typeface="Arial" panose="020B0604020202020204" pitchFamily="34" charset="0"/>
          <a:ea typeface="Microsoft YaHei" panose="020B0503020204020204" charset="-122"/>
          <a:cs typeface="+mj-cs"/>
        </a:defRPr>
      </a:lvl4pPr>
      <a:lvl5pPr marL="2057400" lvl="4" indent="-228600" algn="l" defTabSz="457200" rtl="0" eaLnBrk="0" fontAlgn="base" latinLnBrk="0" hangingPunct="0">
        <a:lnSpc>
          <a:spcPct val="100000"/>
        </a:lnSpc>
        <a:spcBef>
          <a:spcPct val="0"/>
        </a:spcBef>
        <a:spcAft>
          <a:spcPct val="0"/>
        </a:spcAft>
        <a:buClr>
          <a:srgbClr val="000000"/>
        </a:buClr>
        <a:buSzPct val="100000"/>
        <a:buFont typeface="Times New Roman" panose="02020603050405020304" pitchFamily="16" charset="0"/>
        <a:buNone/>
        <a:defRPr sz="4200" b="0" i="0" u="none" kern="1200" baseline="0">
          <a:solidFill>
            <a:srgbClr val="FFFFFF"/>
          </a:solidFill>
          <a:latin typeface="Arial" panose="020B0604020202020204" pitchFamily="34" charset="0"/>
          <a:ea typeface="Microsoft YaHei" panose="020B0503020204020204" charset="-122"/>
          <a:cs typeface="+mj-cs"/>
        </a:defRPr>
      </a:lvl5pPr>
    </p:titleStyle>
    <p:bodyStyle>
      <a:lvl1pPr marL="342900" lvl="0" indent="-342900" algn="l" defTabSz="457200" rtl="0" eaLnBrk="0" fontAlgn="base" latinLnBrk="0" hangingPunct="0">
        <a:lnSpc>
          <a:spcPct val="100000"/>
        </a:lnSpc>
        <a:spcBef>
          <a:spcPts val="800"/>
        </a:spcBef>
        <a:spcAft>
          <a:spcPct val="0"/>
        </a:spcAft>
        <a:buClr>
          <a:srgbClr val="000000"/>
        </a:buClr>
        <a:buSzPct val="100000"/>
        <a:buFont typeface="Times New Roman" panose="02020603050405020304" pitchFamily="16" charset="0"/>
        <a:buNone/>
        <a:defRPr sz="3200" b="0" i="0" u="none" kern="1200" baseline="0">
          <a:solidFill>
            <a:srgbClr val="000000"/>
          </a:solidFill>
          <a:latin typeface="+mn-lt"/>
          <a:ea typeface="+mn-ea"/>
          <a:cs typeface="+mn-cs"/>
        </a:defRPr>
      </a:lvl1pPr>
      <a:lvl2pPr marL="742950" lvl="1" indent="-285750" algn="l" defTabSz="457200" rtl="0" eaLnBrk="0" fontAlgn="base" latinLnBrk="0" hangingPunct="0">
        <a:lnSpc>
          <a:spcPct val="100000"/>
        </a:lnSpc>
        <a:spcBef>
          <a:spcPts val="700"/>
        </a:spcBef>
        <a:spcAft>
          <a:spcPct val="0"/>
        </a:spcAft>
        <a:buClr>
          <a:srgbClr val="000000"/>
        </a:buClr>
        <a:buSzPct val="100000"/>
        <a:buFont typeface="Times New Roman" panose="02020603050405020304" pitchFamily="16" charset="0"/>
        <a:buNone/>
        <a:defRPr sz="2800" b="0" i="0" u="none" kern="1200" baseline="0">
          <a:solidFill>
            <a:srgbClr val="000000"/>
          </a:solidFill>
          <a:latin typeface="Arial" panose="020B0604020202020204" pitchFamily="34" charset="0"/>
          <a:ea typeface="Microsoft YaHei" panose="020B0503020204020204" charset="-122"/>
          <a:cs typeface="+mn-cs"/>
        </a:defRPr>
      </a:lvl2pPr>
      <a:lvl3pPr marL="1143000" lvl="2" indent="-228600" algn="l" defTabSz="457200" rtl="0" eaLnBrk="0" fontAlgn="base" latinLnBrk="0" hangingPunct="0">
        <a:lnSpc>
          <a:spcPct val="100000"/>
        </a:lnSpc>
        <a:spcBef>
          <a:spcPts val="600"/>
        </a:spcBef>
        <a:spcAft>
          <a:spcPct val="0"/>
        </a:spcAft>
        <a:buClr>
          <a:srgbClr val="000000"/>
        </a:buClr>
        <a:buSzPct val="100000"/>
        <a:buFont typeface="Times New Roman" panose="02020603050405020304" pitchFamily="16" charset="0"/>
        <a:buNone/>
        <a:defRPr sz="2400" b="0" i="0" u="none" kern="1200" baseline="0">
          <a:solidFill>
            <a:srgbClr val="000000"/>
          </a:solidFill>
          <a:latin typeface="Arial" panose="020B0604020202020204" pitchFamily="34" charset="0"/>
          <a:ea typeface="Microsoft YaHei" panose="020B0503020204020204" charset="-122"/>
          <a:cs typeface="+mn-cs"/>
        </a:defRPr>
      </a:lvl3pPr>
      <a:lvl4pPr marL="1600200" lvl="3" indent="-228600" algn="l" defTabSz="457200" rtl="0" eaLnBrk="0" fontAlgn="base" latinLnBrk="0" hangingPunct="0">
        <a:lnSpc>
          <a:spcPct val="100000"/>
        </a:lnSpc>
        <a:spcBef>
          <a:spcPts val="500"/>
        </a:spcBef>
        <a:spcAft>
          <a:spcPct val="0"/>
        </a:spcAft>
        <a:buClr>
          <a:srgbClr val="000000"/>
        </a:buClr>
        <a:buSzPct val="100000"/>
        <a:buFont typeface="Times New Roman" panose="02020603050405020304" pitchFamily="16" charset="0"/>
        <a:buNone/>
        <a:defRPr sz="2000" b="0" i="0" u="none" kern="1200" baseline="0">
          <a:solidFill>
            <a:srgbClr val="000000"/>
          </a:solidFill>
          <a:latin typeface="Arial" panose="020B0604020202020204" pitchFamily="34" charset="0"/>
          <a:ea typeface="Microsoft YaHei" panose="020B0503020204020204" charset="-122"/>
          <a:cs typeface="+mn-cs"/>
        </a:defRPr>
      </a:lvl4pPr>
      <a:lvl5pPr marL="2057400" lvl="4" indent="-228600" algn="l" defTabSz="457200" rtl="0" eaLnBrk="0" fontAlgn="base" latinLnBrk="0" hangingPunct="0">
        <a:lnSpc>
          <a:spcPct val="100000"/>
        </a:lnSpc>
        <a:spcBef>
          <a:spcPts val="500"/>
        </a:spcBef>
        <a:spcAft>
          <a:spcPct val="0"/>
        </a:spcAft>
        <a:buClr>
          <a:srgbClr val="000000"/>
        </a:buClr>
        <a:buSzPct val="100000"/>
        <a:buFont typeface="Times New Roman" panose="02020603050405020304" pitchFamily="16" charset="0"/>
        <a:buNone/>
        <a:defRPr sz="2000" b="0" i="0" u="none" kern="1200" baseline="0">
          <a:solidFill>
            <a:srgbClr val="000000"/>
          </a:solidFill>
          <a:latin typeface="Arial" panose="020B0604020202020204" pitchFamily="34" charset="0"/>
          <a:ea typeface="Microsoft YaHei" panose="020B0503020204020204" charset="-122"/>
          <a:cs typeface="+mn-cs"/>
        </a:defRPr>
      </a:lvl5pPr>
      <a:lvl6pPr marL="2514600" lvl="5" indent="-228600" algn="l" defTabSz="457200" rtl="0" eaLnBrk="0" fontAlgn="base" latinLnBrk="0" hangingPunct="0">
        <a:lnSpc>
          <a:spcPct val="100000"/>
        </a:lnSpc>
        <a:spcBef>
          <a:spcPts val="500"/>
        </a:spcBef>
        <a:spcAft>
          <a:spcPct val="0"/>
        </a:spcAft>
        <a:buClr>
          <a:srgbClr val="000000"/>
        </a:buClr>
        <a:buSzPct val="100000"/>
        <a:buFont typeface="Times New Roman" panose="02020603050405020304" pitchFamily="16" charset="0"/>
        <a:buNone/>
        <a:defRPr sz="2000" b="0" i="0" u="none" kern="1200" baseline="0">
          <a:solidFill>
            <a:srgbClr val="000000"/>
          </a:solidFill>
          <a:latin typeface="Arial" panose="020B0604020202020204" pitchFamily="34" charset="0"/>
          <a:ea typeface="Microsoft YaHei" panose="020B0503020204020204" charset="-122"/>
          <a:cs typeface="+mn-cs"/>
        </a:defRPr>
      </a:lvl6pPr>
      <a:lvl7pPr marL="2971800" lvl="6" indent="-228600" algn="l" defTabSz="457200" rtl="0" eaLnBrk="0" fontAlgn="base" latinLnBrk="0" hangingPunct="0">
        <a:lnSpc>
          <a:spcPct val="100000"/>
        </a:lnSpc>
        <a:spcBef>
          <a:spcPts val="500"/>
        </a:spcBef>
        <a:spcAft>
          <a:spcPct val="0"/>
        </a:spcAft>
        <a:buClr>
          <a:srgbClr val="000000"/>
        </a:buClr>
        <a:buSzPct val="100000"/>
        <a:buFont typeface="Times New Roman" panose="02020603050405020304" pitchFamily="16" charset="0"/>
        <a:buNone/>
        <a:defRPr sz="2000" b="0" i="0" u="none" kern="1200" baseline="0">
          <a:solidFill>
            <a:srgbClr val="000000"/>
          </a:solidFill>
          <a:latin typeface="Arial" panose="020B0604020202020204" pitchFamily="34" charset="0"/>
          <a:ea typeface="Microsoft YaHei" panose="020B0503020204020204" charset="-122"/>
          <a:cs typeface="+mn-cs"/>
        </a:defRPr>
      </a:lvl7pPr>
      <a:lvl8pPr marL="3429000" lvl="7" indent="-228600" algn="l" defTabSz="457200" rtl="0" eaLnBrk="0" fontAlgn="base" latinLnBrk="0" hangingPunct="0">
        <a:lnSpc>
          <a:spcPct val="100000"/>
        </a:lnSpc>
        <a:spcBef>
          <a:spcPts val="500"/>
        </a:spcBef>
        <a:spcAft>
          <a:spcPct val="0"/>
        </a:spcAft>
        <a:buClr>
          <a:srgbClr val="000000"/>
        </a:buClr>
        <a:buSzPct val="100000"/>
        <a:buFont typeface="Times New Roman" panose="02020603050405020304" pitchFamily="16" charset="0"/>
        <a:buNone/>
        <a:defRPr sz="2000" b="0" i="0" u="none" kern="1200" baseline="0">
          <a:solidFill>
            <a:srgbClr val="000000"/>
          </a:solidFill>
          <a:latin typeface="Arial" panose="020B0604020202020204" pitchFamily="34" charset="0"/>
          <a:ea typeface="Microsoft YaHei" panose="020B0503020204020204" charset="-122"/>
          <a:cs typeface="+mn-cs"/>
        </a:defRPr>
      </a:lvl8pPr>
      <a:lvl9pPr marL="3886200" lvl="8" indent="-228600" algn="l" defTabSz="457200" rtl="0" eaLnBrk="0" fontAlgn="base" latinLnBrk="0" hangingPunct="0">
        <a:lnSpc>
          <a:spcPct val="100000"/>
        </a:lnSpc>
        <a:spcBef>
          <a:spcPts val="500"/>
        </a:spcBef>
        <a:spcAft>
          <a:spcPct val="0"/>
        </a:spcAft>
        <a:buClr>
          <a:srgbClr val="000000"/>
        </a:buClr>
        <a:buSzPct val="100000"/>
        <a:buFont typeface="Times New Roman" panose="02020603050405020304" pitchFamily="16" charset="0"/>
        <a:buNone/>
        <a:defRPr sz="2000" b="0" i="0" u="none" kern="1200" baseline="0">
          <a:solidFill>
            <a:srgbClr val="000000"/>
          </a:solidFill>
          <a:latin typeface="Arial" panose="020B0604020202020204" pitchFamily="34" charset="0"/>
          <a:ea typeface="Microsoft YaHei" panose="020B0503020204020204" charset="-122"/>
          <a:cs typeface="+mn-cs"/>
        </a:defRPr>
      </a:lvl9pPr>
    </p:bodyStyle>
    <p:otherStyle>
      <a:lvl1pPr marL="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mn-lt"/>
          <a:ea typeface="+mn-ea"/>
          <a:cs typeface="+mn-cs"/>
        </a:defRPr>
      </a:lvl1pPr>
      <a:lvl2pPr marL="742950" lvl="1" indent="-28575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2pPr>
      <a:lvl3pPr marL="1143000" lvl="2" indent="-22860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3pPr>
      <a:lvl4pPr marL="1600200" lvl="3" indent="-22860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4pPr>
      <a:lvl5pPr marL="2057400" lvl="4" indent="-22860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5pPr>
      <a:lvl6pPr marL="2286000" lvl="5" indent="-22860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6pPr>
      <a:lvl7pPr marL="2743200" lvl="6" indent="-22860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7pPr>
      <a:lvl8pPr marL="3200400" lvl="7" indent="-22860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8pPr>
      <a:lvl9pPr marL="3657600" lvl="8" indent="-22860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9.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7.xml"/><Relationship Id="rId1" Type="http://schemas.openxmlformats.org/officeDocument/2006/relationships/hyperlink" Target="https://gist.github.com/sunmeat/3dc6b47ba8dcf56bc2a26934b0e754a7&#13;" TargetMode="External"/></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7.xml"/><Relationship Id="rId3" Type="http://schemas.openxmlformats.org/officeDocument/2006/relationships/image" Target="../media/image8.png"/><Relationship Id="rId2" Type="http://schemas.openxmlformats.org/officeDocument/2006/relationships/hyperlink" Target="https://localhost:7029/WeatherForecast&#13;" TargetMode="External"/><Relationship Id="rId1" Type="http://schemas.openxmlformats.org/officeDocument/2006/relationships/hyperlink" Target="https://localhost:7029/openapi/v1.json" TargetMode="Externa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hyperlink" Target="https://swagger.io/" TargetMode="External"/></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7.xml"/><Relationship Id="rId2" Type="http://schemas.openxmlformats.org/officeDocument/2006/relationships/image" Target="../media/image9.png"/><Relationship Id="rId1" Type="http://schemas.openxmlformats.org/officeDocument/2006/relationships/hyperlink" Target="https://gist.github.com/sunmeat/fc781f9302888e1127ad5fcb12484367&#13;" TargetMode="Externa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7.xml"/><Relationship Id="rId2" Type="http://schemas.openxmlformats.org/officeDocument/2006/relationships/hyperlink" Target="https://gist.github.com/sunmeat/fc781f9302888e1127ad5fcb12484367#file-weatherforecastcontroller-cs" TargetMode="External"/><Relationship Id="rId1" Type="http://schemas.openxmlformats.org/officeDocument/2006/relationships/image" Target="../media/image11.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7.xml"/><Relationship Id="rId2" Type="http://schemas.openxmlformats.org/officeDocument/2006/relationships/hyperlink" Target="https://github.com/scalar/scalar" TargetMode="External"/><Relationship Id="rId1" Type="http://schemas.openxmlformats.org/officeDocument/2006/relationships/hyperlink" Target="https://scalar.com" TargetMode="External"/></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7.xml"/><Relationship Id="rId2" Type="http://schemas.openxmlformats.org/officeDocument/2006/relationships/image" Target="../media/image12.png"/><Relationship Id="rId1" Type="http://schemas.openxmlformats.org/officeDocument/2006/relationships/hyperlink" Target="https://gist.github.com/sunmeat/5d12dce50d4f9ab192f6677a6ee89e89" TargetMode="Externa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7.xml"/><Relationship Id="rId2" Type="http://schemas.openxmlformats.org/officeDocument/2006/relationships/image" Target="../media/image14.png"/><Relationship Id="rId1" Type="http://schemas.openxmlformats.org/officeDocument/2006/relationships/hyperlink" Target="https://github.com/sunmeat/aspnetcore_webapi&#13;" TargetMode="Externa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24.xml.rels><?xml version="1.0" encoding="UTF-8" standalone="yes"?>
<Relationships xmlns="http://schemas.openxmlformats.org/package/2006/relationships"><Relationship Id="rId5" Type="http://schemas.openxmlformats.org/officeDocument/2006/relationships/notesSlide" Target="../notesSlides/notesSlide24.xml"/><Relationship Id="rId4" Type="http://schemas.openxmlformats.org/officeDocument/2006/relationships/slideLayout" Target="../slideLayouts/slideLayout7.xml"/><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6.png"/></Relationships>
</file>

<file path=ppt/slides/_rels/slide25.xml.rels><?xml version="1.0" encoding="UTF-8" standalone="yes"?>
<Relationships xmlns="http://schemas.openxmlformats.org/package/2006/relationships"><Relationship Id="rId5" Type="http://schemas.openxmlformats.org/officeDocument/2006/relationships/notesSlide" Target="../notesSlides/notesSlide25.xml"/><Relationship Id="rId4" Type="http://schemas.openxmlformats.org/officeDocument/2006/relationships/slideLayout" Target="../slideLayouts/slideLayout7.xml"/><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19.png"/></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7.xml"/><Relationship Id="rId2" Type="http://schemas.openxmlformats.org/officeDocument/2006/relationships/image" Target="../media/image22.png"/><Relationship Id="rId1" Type="http://schemas.openxmlformats.org/officeDocument/2006/relationships/hyperlink" Target="https://gist.github.com/sunmeat/21d86f888c305176c84537e6bb551e99&#13;" TargetMode="External"/></Relationships>
</file>

<file path=ppt/slides/_rels/slide27.xml.rels><?xml version="1.0" encoding="UTF-8" standalone="yes"?>
<Relationships xmlns="http://schemas.openxmlformats.org/package/2006/relationships"><Relationship Id="rId5" Type="http://schemas.openxmlformats.org/officeDocument/2006/relationships/notesSlide" Target="../notesSlides/notesSlide27.xml"/><Relationship Id="rId4" Type="http://schemas.openxmlformats.org/officeDocument/2006/relationships/slideLayout" Target="../slideLayouts/slideLayout7.xml"/><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23.png"/></Relationships>
</file>

<file path=ppt/slides/_rels/slide28.xml.rels><?xml version="1.0" encoding="UTF-8" standalone="yes"?>
<Relationships xmlns="http://schemas.openxmlformats.org/package/2006/relationships"><Relationship Id="rId7" Type="http://schemas.openxmlformats.org/officeDocument/2006/relationships/notesSlide" Target="../notesSlides/notesSlide28.xml"/><Relationship Id="rId6" Type="http://schemas.openxmlformats.org/officeDocument/2006/relationships/slideLayout" Target="../slideLayouts/slideLayout7.xml"/><Relationship Id="rId5" Type="http://schemas.openxmlformats.org/officeDocument/2006/relationships/hyperlink" Target="https://www.usebruno.com&#13;" TargetMode="External"/><Relationship Id="rId4" Type="http://schemas.openxmlformats.org/officeDocument/2006/relationships/hyperlink" Target="https://apidog.com/" TargetMode="External"/><Relationship Id="rId3" Type="http://schemas.openxmlformats.org/officeDocument/2006/relationships/hyperlink" Target="https://hoppscotch.io/" TargetMode="External"/><Relationship Id="rId2" Type="http://schemas.openxmlformats.org/officeDocument/2006/relationships/hyperlink" Target="https://github.com/Kong/insomnia" TargetMode="External"/><Relationship Id="rId1" Type="http://schemas.openxmlformats.org/officeDocument/2006/relationships/hyperlink" Target="https://www.postman.com/" TargetMode="Externa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7.xml"/><Relationship Id="rId1" Type="http://schemas.openxmlformats.org/officeDocument/2006/relationships/hyperlink" Target="https://gist.github.com/sunmeat/6d7752315b5a133423b9823e98521f06&#13;" TargetMode="Externa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7.xml"/><Relationship Id="rId2" Type="http://schemas.openxmlformats.org/officeDocument/2006/relationships/image" Target="../media/image26.png"/><Relationship Id="rId1" Type="http://schemas.openxmlformats.org/officeDocument/2006/relationships/hyperlink" Target="https://github.com/sunmeat/aspnetcore_webapiclient&#13;" TargetMode="Externa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35.xml"/><Relationship Id="rId3" Type="http://schemas.openxmlformats.org/officeDocument/2006/relationships/slideLayout" Target="../slideLayouts/slideLayout7.xml"/><Relationship Id="rId2" Type="http://schemas.openxmlformats.org/officeDocument/2006/relationships/hyperlink" Target="https://ngrx.io/" TargetMode="External"/><Relationship Id="rId1" Type="http://schemas.openxmlformats.org/officeDocument/2006/relationships/hyperlink" Target="https://pinia.vuejs.org/" TargetMode="External"/></Relationships>
</file>

<file path=ppt/slides/_rels/slide36.xml.rels><?xml version="1.0" encoding="UTF-8" standalone="yes"?>
<Relationships xmlns="http://schemas.openxmlformats.org/package/2006/relationships"><Relationship Id="rId6" Type="http://schemas.openxmlformats.org/officeDocument/2006/relationships/notesSlide" Target="../notesSlides/notesSlide36.xml"/><Relationship Id="rId5" Type="http://schemas.openxmlformats.org/officeDocument/2006/relationships/slideLayout" Target="../slideLayouts/slideLayout7.xml"/><Relationship Id="rId4" Type="http://schemas.openxmlformats.org/officeDocument/2006/relationships/image" Target="../media/image27.png"/><Relationship Id="rId3" Type="http://schemas.openxmlformats.org/officeDocument/2006/relationships/hyperlink" Target="https://localhost:7000/api/realweather/odesa&#13;" TargetMode="External"/><Relationship Id="rId2" Type="http://schemas.openxmlformats.org/officeDocument/2006/relationships/hyperlink" Target="http://localhost:5173/&#13;" TargetMode="External"/><Relationship Id="rId1" Type="http://schemas.openxmlformats.org/officeDocument/2006/relationships/hyperlink" Target="https://github.com/sunmeat/aspnetcore_react&#13;" TargetMode="Externa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4" Type="http://schemas.openxmlformats.org/officeDocument/2006/relationships/notesSlide" Target="../notesSlides/notesSlide38.xml"/><Relationship Id="rId3" Type="http://schemas.openxmlformats.org/officeDocument/2006/relationships/slideLayout" Target="../slideLayouts/slideLayout7.xml"/><Relationship Id="rId2" Type="http://schemas.openxmlformats.org/officeDocument/2006/relationships/image" Target="../media/image29.png"/><Relationship Id="rId1" Type="http://schemas.openxmlformats.org/officeDocument/2006/relationships/image" Target="../media/image28.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4" Type="http://schemas.openxmlformats.org/officeDocument/2006/relationships/notesSlide" Target="../notesSlides/notesSlide40.xml"/><Relationship Id="rId3" Type="http://schemas.openxmlformats.org/officeDocument/2006/relationships/slideLayout" Target="../slideLayouts/slideLayout7.xml"/><Relationship Id="rId2" Type="http://schemas.openxmlformats.org/officeDocument/2006/relationships/image" Target="../media/image30.png"/><Relationship Id="rId1" Type="http://schemas.openxmlformats.org/officeDocument/2006/relationships/hyperlink" Target="https://gist.github.com/sunmeat/ab410a3240a8c4faa81effbc2bbbceea"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5122" name="Text Box 4096"/>
          <p:cNvSpPr txBox="1"/>
          <p:nvPr/>
        </p:nvSpPr>
        <p:spPr>
          <a:xfrm>
            <a:off x="228600" y="1427480"/>
            <a:ext cx="8395335" cy="1609725"/>
          </a:xfrm>
          <a:prstGeom prst="rect">
            <a:avLst/>
          </a:prstGeom>
          <a:noFill/>
          <a:ln w="9525">
            <a:noFill/>
          </a:ln>
        </p:spPr>
        <p:txBody>
          <a:bodyPr wrap="square" lIns="91440" tIns="45720" rIns="91440" bIns="45720" anchor="ctr" anchorCtr="0"/>
          <a:p>
            <a:pPr defTabSz="457200">
              <a:buClrTx/>
              <a:buFont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5200" dirty="0" err="1">
                <a:solidFill>
                  <a:srgbClr val="FFFFFF"/>
                </a:solidFill>
                <a:latin typeface="Arial" panose="020B0604020202020204" pitchFamily="34" charset="0"/>
              </a:rPr>
              <a:t>Web Services API</a:t>
            </a:r>
            <a:endParaRPr lang="en-US" altLang="en-US" sz="5200" dirty="0" err="1">
              <a:solidFill>
                <a:srgbClr val="FFFFFF"/>
              </a:solidFill>
              <a:latin typeface="Arial" panose="020B0604020202020204" pitchFamily="34" charset="0"/>
            </a:endParaRPr>
          </a:p>
        </p:txBody>
      </p:sp>
      <p:sp>
        <p:nvSpPr>
          <p:cNvPr id="5123" name="Rectangles 4097"/>
          <p:cNvSpPr/>
          <p:nvPr/>
        </p:nvSpPr>
        <p:spPr>
          <a:xfrm>
            <a:off x="5867400" y="44450"/>
            <a:ext cx="3280410" cy="369570"/>
          </a:xfrm>
          <a:prstGeom prst="rect">
            <a:avLst/>
          </a:prstGeom>
          <a:noFill/>
          <a:ln w="9525">
            <a:noFill/>
          </a:ln>
        </p:spPr>
        <p:txBody>
          <a:bodyPr wrap="none" lIns="90000" tIns="46800" rIns="90000" bIns="46800" anchor="t" anchorCtr="0">
            <a:spAutoFit/>
          </a:bodyPr>
          <a:p>
            <a:pPr defTabSz="457200">
              <a:buClrTx/>
              <a:buFont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ru-RU" dirty="0" err="1">
                <a:solidFill>
                  <a:srgbClr val="F7F7F7"/>
                </a:solidFill>
                <a:latin typeface="Arial" panose="020B0604020202020204" pitchFamily="34" charset="0"/>
              </a:rPr>
              <a:t>О</a:t>
            </a:r>
            <a:r>
              <a:rPr lang="ru-RU" altLang="x-none" dirty="0" err="1">
                <a:solidFill>
                  <a:srgbClr val="F7F7F7"/>
                </a:solidFill>
                <a:latin typeface="Arial" panose="020B0604020202020204" pitchFamily="34" charset="0"/>
              </a:rPr>
              <a:t>лександр Загоруйко © 20</a:t>
            </a:r>
            <a:r>
              <a:rPr lang="en-US" altLang="x-none" dirty="0" err="1">
                <a:solidFill>
                  <a:srgbClr val="F7F7F7"/>
                </a:solidFill>
                <a:latin typeface="Arial" panose="020B0604020202020204" pitchFamily="34" charset="0"/>
              </a:rPr>
              <a:t>2</a:t>
            </a:r>
            <a:r>
              <a:rPr lang="uk-UA" altLang="ru-RU" dirty="0" err="1">
                <a:solidFill>
                  <a:srgbClr val="F7F7F7"/>
                </a:solidFill>
                <a:latin typeface="Arial" panose="020B0604020202020204" pitchFamily="34" charset="0"/>
              </a:rPr>
              <a:t>6</a:t>
            </a:r>
            <a:endParaRPr lang="uk-UA" altLang="ru-RU" dirty="0" err="1">
              <a:solidFill>
                <a:srgbClr val="F7F7F7"/>
              </a:solidFill>
              <a:latin typeface="Arial" panose="020B0604020202020204" pitchFamily="34" charset="0"/>
            </a:endParaRPr>
          </a:p>
        </p:txBody>
      </p:sp>
      <p:pic>
        <p:nvPicPr>
          <p:cNvPr id="4" name="Picture 3" descr="ASP.NET-Core-Logo"/>
          <p:cNvPicPr>
            <a:picLocks noChangeAspect="1"/>
          </p:cNvPicPr>
          <p:nvPr/>
        </p:nvPicPr>
        <p:blipFill>
          <a:blip r:embed="rId1"/>
          <a:stretch>
            <a:fillRect/>
          </a:stretch>
        </p:blipFill>
        <p:spPr>
          <a:xfrm>
            <a:off x="113665" y="3361690"/>
            <a:ext cx="6657975" cy="3382010"/>
          </a:xfrm>
          <a:prstGeom prst="rect">
            <a:avLst/>
          </a:prstGeom>
        </p:spPr>
      </p:pic>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7170" name="Text Box 5120"/>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Font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ru-RU" altLang="x-none" sz="4200" dirty="0" err="1">
                <a:solidFill>
                  <a:srgbClr val="FFFFFF"/>
                </a:solidFill>
                <a:latin typeface="Arial" panose="020B0604020202020204" pitchFamily="34" charset="0"/>
              </a:rPr>
              <a:t>План презентац</a:t>
            </a:r>
            <a:r>
              <a:rPr lang="uk-UA" altLang="ru-RU" sz="4200" dirty="0" err="1">
                <a:solidFill>
                  <a:srgbClr val="FFFFFF"/>
                </a:solidFill>
                <a:latin typeface="Arial" panose="020B0604020202020204" pitchFamily="34" charset="0"/>
              </a:rPr>
              <a:t>ії</a:t>
            </a:r>
            <a:r>
              <a:rPr lang="ru-RU" altLang="x-none" sz="4200" dirty="0" err="1">
                <a:solidFill>
                  <a:srgbClr val="FFFFFF"/>
                </a:solidFill>
                <a:latin typeface="Arial" panose="020B0604020202020204" pitchFamily="34" charset="0"/>
              </a:rPr>
              <a:t> - </a:t>
            </a:r>
            <a:r>
              <a:rPr lang="uk-UA" altLang="en-US" sz="4200" dirty="0" err="1">
                <a:solidFill>
                  <a:srgbClr val="FFFFFF"/>
                </a:solidFill>
                <a:latin typeface="Arial" panose="020B0604020202020204" pitchFamily="34" charset="0"/>
              </a:rPr>
              <a:t>4</a:t>
            </a:r>
            <a:r>
              <a:rPr lang="ru-RU" altLang="x-none" sz="4200" dirty="0" err="1">
                <a:solidFill>
                  <a:srgbClr val="FFFFFF"/>
                </a:solidFill>
                <a:latin typeface="Arial" panose="020B0604020202020204" pitchFamily="34" charset="0"/>
              </a:rPr>
              <a:t> пар</a:t>
            </a:r>
            <a:r>
              <a:rPr lang="uk-UA" altLang="ru-RU" sz="4200" dirty="0" err="1">
                <a:solidFill>
                  <a:srgbClr val="FFFFFF"/>
                </a:solidFill>
                <a:latin typeface="Arial" panose="020B0604020202020204" pitchFamily="34" charset="0"/>
              </a:rPr>
              <a:t>и</a:t>
            </a:r>
            <a:endParaRPr lang="uk-UA" altLang="ru-RU" sz="4200" dirty="0" err="1">
              <a:solidFill>
                <a:srgbClr val="FFFFFF"/>
              </a:solidFill>
              <a:latin typeface="Arial" panose="020B0604020202020204" pitchFamily="34" charset="0"/>
            </a:endParaRPr>
          </a:p>
        </p:txBody>
      </p:sp>
      <p:sp>
        <p:nvSpPr>
          <p:cNvPr id="7171" name="Text Box 5121"/>
          <p:cNvSpPr txBox="1"/>
          <p:nvPr/>
        </p:nvSpPr>
        <p:spPr>
          <a:xfrm>
            <a:off x="476885" y="1403985"/>
            <a:ext cx="8017510" cy="4419600"/>
          </a:xfrm>
          <a:prstGeom prst="rect">
            <a:avLst/>
          </a:prstGeom>
          <a:noFill/>
          <a:ln w="9525">
            <a:noFill/>
          </a:ln>
        </p:spPr>
        <p:txBody>
          <a:bodyPr wrap="square" lIns="91440" tIns="45720" rIns="91440" bIns="45720" anchor="t" anchorCtr="0"/>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ru-RU" sz="3200" dirty="0" err="1">
                <a:solidFill>
                  <a:srgbClr val="000000"/>
                </a:solidFill>
                <a:sym typeface="+mn-ea"/>
              </a:rPr>
              <a:t>Що таке </a:t>
            </a:r>
            <a:r>
              <a:rPr lang="en-US" altLang="ru-RU" sz="3200" dirty="0" err="1">
                <a:solidFill>
                  <a:srgbClr val="000000"/>
                </a:solidFill>
                <a:sym typeface="+mn-ea"/>
              </a:rPr>
              <a:t>Web Services API</a:t>
            </a:r>
            <a:endParaRPr lang="en-US" altLang="ru-RU" sz="3200" dirty="0" err="1">
              <a:solidFill>
                <a:srgbClr val="000000"/>
              </a:solidFill>
              <a:ea typeface="Microsoft YaHei" panose="020B0503020204020204" charset="-122"/>
            </a:endParaRPr>
          </a:p>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ru-RU" sz="3200" dirty="0" err="1">
                <a:solidFill>
                  <a:srgbClr val="000000"/>
                </a:solidFill>
                <a:sym typeface="+mn-ea"/>
              </a:rPr>
              <a:t>Які проблеми вирішує</a:t>
            </a:r>
            <a:r>
              <a:rPr lang="en-US" altLang="uk-UA" sz="3200" dirty="0" err="1">
                <a:solidFill>
                  <a:srgbClr val="000000"/>
                </a:solidFill>
                <a:sym typeface="+mn-ea"/>
              </a:rPr>
              <a:t> Web API</a:t>
            </a:r>
            <a:endParaRPr lang="uk-UA" altLang="ru-RU" sz="3200" dirty="0" err="1">
              <a:solidFill>
                <a:srgbClr val="000000"/>
              </a:solidFill>
              <a:ea typeface="Microsoft YaHei" panose="020B0503020204020204" charset="-122"/>
            </a:endParaRPr>
          </a:p>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ru-RU" sz="3200" dirty="0" err="1">
                <a:solidFill>
                  <a:srgbClr val="000000"/>
                </a:solidFill>
                <a:sym typeface="+mn-ea"/>
              </a:rPr>
              <a:t>Принципи </a:t>
            </a:r>
            <a:r>
              <a:rPr lang="en-US" altLang="ru-RU" sz="3200" dirty="0" err="1">
                <a:solidFill>
                  <a:srgbClr val="000000"/>
                </a:solidFill>
                <a:sym typeface="+mn-ea"/>
              </a:rPr>
              <a:t>REST</a:t>
            </a:r>
            <a:endParaRPr lang="en-US" altLang="ru-RU" sz="3200" dirty="0" err="1">
              <a:solidFill>
                <a:srgbClr val="000000"/>
              </a:solidFill>
              <a:ea typeface="Microsoft YaHei" panose="020B0503020204020204" charset="-122"/>
            </a:endParaRPr>
          </a:p>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ru-RU" sz="3200" dirty="0" err="1">
                <a:solidFill>
                  <a:srgbClr val="000000"/>
                </a:solidFill>
                <a:sym typeface="+mn-ea"/>
              </a:rPr>
              <a:t>Порівняння з </a:t>
            </a:r>
            <a:r>
              <a:rPr lang="en-US" altLang="ru-RU" sz="3200" dirty="0" err="1">
                <a:solidFill>
                  <a:srgbClr val="000000"/>
                </a:solidFill>
                <a:sym typeface="+mn-ea"/>
              </a:rPr>
              <a:t>ASP.NET Core MVC</a:t>
            </a:r>
            <a:endParaRPr lang="en-US" altLang="ru-RU" sz="3200" dirty="0" err="1">
              <a:solidFill>
                <a:srgbClr val="000000"/>
              </a:solidFill>
              <a:ea typeface="Microsoft YaHei" panose="020B0503020204020204" charset="-122"/>
            </a:endParaRPr>
          </a:p>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sz="3200" dirty="0" err="1">
                <a:solidFill>
                  <a:srgbClr val="000000"/>
                </a:solidFill>
                <a:latin typeface="Arial" panose="020B0604020202020204" pitchFamily="34" charset="0"/>
                <a:ea typeface="Times New Roman" panose="02020603050405020304" pitchFamily="16" charset="0"/>
              </a:rPr>
              <a:t>Серверна сторона</a:t>
            </a:r>
            <a:endParaRPr lang="uk-UA" sz="3200" dirty="0" err="1">
              <a:solidFill>
                <a:srgbClr val="000000"/>
              </a:solidFill>
              <a:latin typeface="Arial" panose="020B0604020202020204" pitchFamily="34" charset="0"/>
              <a:ea typeface="Times New Roman" panose="02020603050405020304" pitchFamily="16" charset="0"/>
            </a:endParaRPr>
          </a:p>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sz="3200" dirty="0" err="1">
                <a:solidFill>
                  <a:srgbClr val="000000"/>
                </a:solidFill>
                <a:latin typeface="Arial" panose="020B0604020202020204" pitchFamily="34" charset="0"/>
                <a:ea typeface="Times New Roman" panose="02020603050405020304" pitchFamily="16" charset="0"/>
              </a:rPr>
              <a:t>Клієнтська сторона</a:t>
            </a:r>
            <a:endParaRPr lang="uk-UA" sz="3200" dirty="0" err="1">
              <a:solidFill>
                <a:srgbClr val="000000"/>
              </a:solidFill>
              <a:latin typeface="Arial" panose="020B0604020202020204" pitchFamily="34" charset="0"/>
              <a:ea typeface="Times New Roman" panose="02020603050405020304" pitchFamily="16" charset="0"/>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Text Box 614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ru-RU" sz="4200" dirty="0" err="1">
                <a:solidFill>
                  <a:srgbClr val="FFFFFF"/>
                </a:solidFill>
                <a:ea typeface="Microsoft YaHei" panose="020B0503020204020204" charset="-122"/>
              </a:rPr>
              <a:t>Що таке </a:t>
            </a:r>
            <a:r>
              <a:rPr lang="en-US" altLang="ru-RU" sz="4200" dirty="0" err="1">
                <a:solidFill>
                  <a:srgbClr val="FFFFFF"/>
                </a:solidFill>
                <a:ea typeface="Microsoft YaHei" panose="020B0503020204020204" charset="-122"/>
              </a:rPr>
              <a:t>Web API</a:t>
            </a:r>
            <a:endParaRPr lang="en-US" altLang="ru-RU" sz="4200" dirty="0" err="1">
              <a:solidFill>
                <a:srgbClr val="FFFFFF"/>
              </a:solidFill>
              <a:ea typeface="Microsoft YaHei" panose="020B0503020204020204" charset="-122"/>
            </a:endParaRPr>
          </a:p>
        </p:txBody>
      </p:sp>
      <p:sp>
        <p:nvSpPr>
          <p:cNvPr id="6146" name="Text Box 6145"/>
          <p:cNvSpPr txBox="1"/>
          <p:nvPr/>
        </p:nvSpPr>
        <p:spPr>
          <a:xfrm>
            <a:off x="515620" y="1430655"/>
            <a:ext cx="8053705" cy="4419600"/>
          </a:xfrm>
          <a:prstGeom prst="rect">
            <a:avLst/>
          </a:prstGeom>
          <a:noFill/>
          <a:ln w="9525">
            <a:noFill/>
          </a:ln>
        </p:spPr>
        <p:txBody>
          <a:bodyPr wrap="square" lIns="91440" tIns="45720" rIns="91440" bIns="45720" anchor="t" anchorCtr="0"/>
          <a:p>
            <a:pPr defTabSz="457200">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900" b="1" dirty="0" err="1">
                <a:solidFill>
                  <a:srgbClr val="000000"/>
                </a:solidFill>
                <a:ea typeface="Microsoft YaHei" panose="020B0503020204020204" charset="-122"/>
              </a:rPr>
              <a:t>Web API </a:t>
            </a:r>
            <a:r>
              <a:rPr lang="en-US" altLang="en-US" sz="1900" dirty="0" err="1">
                <a:solidFill>
                  <a:srgbClr val="000000"/>
                </a:solidFill>
                <a:ea typeface="Microsoft YaHei" panose="020B0503020204020204" charset="-122"/>
              </a:rPr>
              <a:t>(прикладний програмний інтерфейс для веб) —                    це інструмент для створення веб-сервісів, які дозволяють різним програмам і системам обмінюватися даними через інтернет                   за допомогою протоколу HTTP.</a:t>
            </a:r>
            <a:endParaRPr lang="en-US" altLang="en-US" sz="1900" dirty="0" err="1">
              <a:solidFill>
                <a:srgbClr val="000000"/>
              </a:solidFill>
              <a:ea typeface="Microsoft YaHei" panose="020B0503020204020204" charset="-122"/>
            </a:endParaRPr>
          </a:p>
          <a:p>
            <a:pPr defTabSz="457200">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900" dirty="0" err="1">
                <a:solidFill>
                  <a:srgbClr val="000000"/>
                </a:solidFill>
                <a:ea typeface="Microsoft YaHei" panose="020B0503020204020204" charset="-122"/>
              </a:rPr>
              <a:t>Web API є фреймворком для </a:t>
            </a:r>
            <a:r>
              <a:rPr lang="en-US" altLang="en-US" sz="1900" u="sng" dirty="0" err="1">
                <a:solidFill>
                  <a:srgbClr val="000000"/>
                </a:solidFill>
                <a:ea typeface="Microsoft YaHei" panose="020B0503020204020204" charset="-122"/>
              </a:rPr>
              <a:t>побудови HTTP-сервісів, орієнтованих на передачу даних, а не на відображення інтерфейсу користувача.</a:t>
            </a:r>
            <a:endParaRPr lang="en-US" altLang="en-US" sz="1900" u="sng" dirty="0" err="1">
              <a:solidFill>
                <a:srgbClr val="000000"/>
              </a:solidFill>
              <a:ea typeface="Microsoft YaHei" panose="020B0503020204020204" charset="-122"/>
            </a:endParaRPr>
          </a:p>
          <a:p>
            <a:pPr defTabSz="457200">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900" dirty="0" err="1">
                <a:solidFill>
                  <a:srgbClr val="000000"/>
                </a:solidFill>
                <a:ea typeface="Microsoft YaHei" panose="020B0503020204020204" charset="-122"/>
              </a:rPr>
              <a:t>Сучасний Web API зазвичай реалізується в стилі REST (Representational State Transfer — передача репрезентативного стану). Тому терміни "Web API" і "REST API" часто використовуються як синоніми. REST — це не протокол чи стандарт, а архітектурний стиль, запропонований Роєм Філдінгом у 2000 році, який визначає набір принципів для створення масштабованих і гнучких веб-сервісів.</a:t>
            </a:r>
            <a:endParaRPr lang="en-US" altLang="en-US" sz="1900" dirty="0" err="1">
              <a:solidFill>
                <a:srgbClr val="000000"/>
              </a:solidFill>
              <a:ea typeface="Microsoft YaHei" panose="020B0503020204020204" charset="-122"/>
            </a:endParaRPr>
          </a:p>
          <a:p>
            <a:pPr defTabSz="457200">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900" dirty="0" err="1">
                <a:solidFill>
                  <a:srgbClr val="000000"/>
                </a:solidFill>
                <a:ea typeface="Microsoft YaHei" panose="020B0503020204020204" charset="-122"/>
              </a:rPr>
              <a:t>Web API в .NET дозволяє створювати сервіси, які повертають дані     в форматах JSON або XML, без прив'язки до візуального представлення (на відміну від традиційних веб-сторінок).</a:t>
            </a:r>
            <a:endParaRPr lang="en-US" altLang="en-US" sz="1900" dirty="0" err="1">
              <a:solidFill>
                <a:srgbClr val="000000"/>
              </a:solidFill>
              <a:ea typeface="Microsoft YaHei" panose="020B0503020204020204" charset="-122"/>
            </a:endParaRPr>
          </a:p>
        </p:txBody>
      </p:sp>
    </p:spTree>
  </p:cSld>
  <p:clrMapOvr>
    <a:masterClrMapping/>
  </p:clrMapOvr>
  <p:transition spd="med"/>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Text Box 614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ru-RU" sz="4200" dirty="0" err="1">
                <a:solidFill>
                  <a:srgbClr val="FFFFFF"/>
                </a:solidFill>
                <a:ea typeface="Microsoft YaHei" panose="020B0503020204020204" charset="-122"/>
              </a:rPr>
              <a:t>Які проблеми вирішує </a:t>
            </a:r>
            <a:r>
              <a:rPr lang="en-US" altLang="ru-RU" sz="4200" dirty="0" err="1">
                <a:solidFill>
                  <a:srgbClr val="FFFFFF"/>
                </a:solidFill>
                <a:ea typeface="Microsoft YaHei" panose="020B0503020204020204" charset="-122"/>
              </a:rPr>
              <a:t>Web API</a:t>
            </a:r>
            <a:endParaRPr lang="en-US" altLang="ru-RU" sz="4200" dirty="0" err="1">
              <a:solidFill>
                <a:srgbClr val="FFFFFF"/>
              </a:solidFill>
              <a:ea typeface="Microsoft YaHei" panose="020B0503020204020204" charset="-122"/>
            </a:endParaRPr>
          </a:p>
        </p:txBody>
      </p:sp>
      <p:sp>
        <p:nvSpPr>
          <p:cNvPr id="6146" name="Text Box 6145"/>
          <p:cNvSpPr txBox="1"/>
          <p:nvPr/>
        </p:nvSpPr>
        <p:spPr>
          <a:xfrm>
            <a:off x="428625" y="1386205"/>
            <a:ext cx="8179435" cy="4419600"/>
          </a:xfrm>
          <a:prstGeom prst="rect">
            <a:avLst/>
          </a:prstGeom>
          <a:noFill/>
          <a:ln w="9525">
            <a:noFill/>
          </a:ln>
        </p:spPr>
        <p:txBody>
          <a:bodyPr wrap="square" lIns="91440" tIns="45720" rIns="91440" bIns="45720" anchor="t" anchorCtr="0"/>
          <a:p>
            <a:pPr defTabSz="457200">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400" dirty="0" err="1">
                <a:solidFill>
                  <a:srgbClr val="000000"/>
                </a:solidFill>
                <a:ea typeface="Microsoft YaHei" panose="020B0503020204020204" charset="-122"/>
              </a:rPr>
              <a:t>Традиційні веб-додатки (наприклад, на базі монолітної архітектури) мали обмеження                   в масштабованості, гнучкості та інтеграції з різними клієнтами.</a:t>
            </a:r>
            <a:r>
              <a:rPr lang="uk-UA" altLang="en-US" sz="1400" dirty="0" err="1">
                <a:solidFill>
                  <a:srgbClr val="000000"/>
                </a:solidFill>
                <a:ea typeface="Microsoft YaHei" panose="020B0503020204020204" charset="-122"/>
              </a:rPr>
              <a:t> </a:t>
            </a:r>
            <a:r>
              <a:rPr lang="en-US" altLang="en-US" sz="1400" dirty="0" err="1">
                <a:solidFill>
                  <a:srgbClr val="000000"/>
                </a:solidFill>
                <a:ea typeface="Microsoft YaHei" panose="020B0503020204020204" charset="-122"/>
              </a:rPr>
              <a:t>REST API вирішує такі проблеми:</a:t>
            </a:r>
            <a:endParaRPr lang="en-US" altLang="en-US" sz="1400" dirty="0" err="1">
              <a:solidFill>
                <a:srgbClr val="000000"/>
              </a:solidFill>
              <a:ea typeface="Microsoft YaHei" panose="020B0503020204020204" charset="-122"/>
            </a:endParaRPr>
          </a:p>
          <a:p>
            <a:pPr marL="285750" indent="-28575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400" b="1" dirty="0" err="1">
                <a:solidFill>
                  <a:srgbClr val="000000"/>
                </a:solidFill>
                <a:ea typeface="Microsoft YaHei" panose="020B0503020204020204" charset="-122"/>
              </a:rPr>
              <a:t>Інтеграція різних систем і клієнтів</a:t>
            </a:r>
            <a:r>
              <a:rPr lang="en-US" altLang="en-US" sz="1400" dirty="0" err="1">
                <a:solidFill>
                  <a:srgbClr val="000000"/>
                </a:solidFill>
                <a:ea typeface="Microsoft YaHei" panose="020B0503020204020204" charset="-122"/>
              </a:rPr>
              <a:t>: </a:t>
            </a:r>
            <a:r>
              <a:rPr lang="uk-UA" altLang="en-US" sz="1400" dirty="0" err="1">
                <a:solidFill>
                  <a:srgbClr val="000000"/>
                </a:solidFill>
                <a:ea typeface="Microsoft YaHei" panose="020B0503020204020204" charset="-122"/>
              </a:rPr>
              <a:t>сучасні</a:t>
            </a:r>
            <a:r>
              <a:rPr lang="en-US" altLang="en-US" sz="1400" dirty="0" err="1">
                <a:solidFill>
                  <a:srgbClr val="000000"/>
                </a:solidFill>
                <a:ea typeface="Microsoft YaHei" panose="020B0503020204020204" charset="-122"/>
              </a:rPr>
              <a:t> додатки часто складаються з мікросервісів, розташованих на різних серверах. Клієнтами можуть бути </a:t>
            </a:r>
            <a:r>
              <a:rPr lang="en-US" altLang="en-US" sz="1400" dirty="0" err="1">
                <a:solidFill>
                  <a:srgbClr val="0070C0"/>
                </a:solidFill>
                <a:ea typeface="Microsoft YaHei" panose="020B0503020204020204" charset="-122"/>
              </a:rPr>
              <a:t>не тільки веб-браузери, </a:t>
            </a:r>
            <a:r>
              <a:rPr lang="uk-UA" altLang="en-US" sz="1400" dirty="0" err="1">
                <a:solidFill>
                  <a:srgbClr val="0070C0"/>
                </a:solidFill>
                <a:ea typeface="Microsoft YaHei" panose="020B0503020204020204" charset="-122"/>
              </a:rPr>
              <a:t>                  </a:t>
            </a:r>
            <a:r>
              <a:rPr lang="en-US" altLang="en-US" sz="1400" dirty="0" err="1">
                <a:solidFill>
                  <a:srgbClr val="0070C0"/>
                </a:solidFill>
                <a:ea typeface="Microsoft YaHei" panose="020B0503020204020204" charset="-122"/>
              </a:rPr>
              <a:t>а й мобільні додатки, десктопні програми, IoT-пристрої чи навіть інші сервери. </a:t>
            </a:r>
            <a:r>
              <a:rPr lang="uk-UA" altLang="en-US" sz="1400" dirty="0" err="1">
                <a:solidFill>
                  <a:srgbClr val="0070C0"/>
                </a:solidFill>
                <a:ea typeface="Microsoft YaHei" panose="020B0503020204020204" charset="-122"/>
              </a:rPr>
              <a:t>      </a:t>
            </a:r>
            <a:r>
              <a:rPr lang="uk-UA" altLang="en-US" sz="1400" dirty="0" err="1">
                <a:solidFill>
                  <a:srgbClr val="000000"/>
                </a:solidFill>
                <a:ea typeface="Microsoft YaHei" panose="020B0503020204020204" charset="-122"/>
              </a:rPr>
              <a:t>             </a:t>
            </a:r>
            <a:r>
              <a:rPr lang="en-US" altLang="en-US" sz="1400" dirty="0" err="1">
                <a:solidFill>
                  <a:srgbClr val="000000"/>
                </a:solidFill>
                <a:ea typeface="Microsoft YaHei" panose="020B0503020204020204" charset="-122"/>
              </a:rPr>
              <a:t>REST дозволяє легко обмінюватися даними між ними без жорсткої прив'язки</a:t>
            </a:r>
            <a:endParaRPr lang="en-US" altLang="en-US" sz="1400" dirty="0" err="1">
              <a:solidFill>
                <a:srgbClr val="000000"/>
              </a:solidFill>
              <a:ea typeface="Microsoft YaHei" panose="020B0503020204020204" charset="-122"/>
            </a:endParaRPr>
          </a:p>
          <a:p>
            <a:pPr marL="285750" indent="-28575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400" b="1" dirty="0" err="1">
                <a:solidFill>
                  <a:srgbClr val="000000"/>
                </a:solidFill>
                <a:ea typeface="Microsoft YaHei" panose="020B0503020204020204" charset="-122"/>
              </a:rPr>
              <a:t>Масштабованість і незалежність компонентів</a:t>
            </a:r>
            <a:r>
              <a:rPr lang="en-US" altLang="en-US" sz="1400" dirty="0" err="1">
                <a:solidFill>
                  <a:srgbClr val="000000"/>
                </a:solidFill>
                <a:ea typeface="Microsoft YaHei" panose="020B0503020204020204" charset="-122"/>
              </a:rPr>
              <a:t>: </a:t>
            </a:r>
            <a:r>
              <a:rPr lang="uk-UA" altLang="en-US" sz="1400" dirty="0" err="1">
                <a:solidFill>
                  <a:srgbClr val="000000"/>
                </a:solidFill>
                <a:ea typeface="Microsoft YaHei" panose="020B0503020204020204" charset="-122"/>
              </a:rPr>
              <a:t>с</a:t>
            </a:r>
            <a:r>
              <a:rPr lang="en-US" altLang="en-US" sz="1400" dirty="0" err="1">
                <a:solidFill>
                  <a:srgbClr val="000000"/>
                </a:solidFill>
                <a:ea typeface="Microsoft YaHei" panose="020B0503020204020204" charset="-122"/>
              </a:rPr>
              <a:t>ервер не зберігає стан клієнта </a:t>
            </a:r>
            <a:r>
              <a:rPr lang="uk-UA" altLang="en-US" sz="1400" dirty="0" err="1">
                <a:solidFill>
                  <a:srgbClr val="000000"/>
                </a:solidFill>
                <a:ea typeface="Microsoft YaHei" panose="020B0503020204020204" charset="-122"/>
              </a:rPr>
              <a:t>               </a:t>
            </a:r>
            <a:r>
              <a:rPr lang="en-US" altLang="en-US" sz="1400" dirty="0" err="1">
                <a:solidFill>
                  <a:srgbClr val="000000"/>
                </a:solidFill>
                <a:ea typeface="Microsoft YaHei" panose="020B0503020204020204" charset="-122"/>
              </a:rPr>
              <a:t>між запитами (принцип stateless), що спрощує горизонтальне масштабування (додавання серверів) і підвищує продуктивність</a:t>
            </a:r>
            <a:endParaRPr lang="en-US" altLang="en-US" sz="1400" dirty="0" err="1">
              <a:solidFill>
                <a:srgbClr val="000000"/>
              </a:solidFill>
              <a:ea typeface="Microsoft YaHei" panose="020B0503020204020204" charset="-122"/>
            </a:endParaRPr>
          </a:p>
          <a:p>
            <a:pPr marL="285750" indent="-28575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400" b="1" dirty="0" err="1">
                <a:solidFill>
                  <a:srgbClr val="000000"/>
                </a:solidFill>
                <a:ea typeface="Microsoft YaHei" panose="020B0503020204020204" charset="-122"/>
              </a:rPr>
              <a:t>Простота та легкість</a:t>
            </a:r>
            <a:r>
              <a:rPr lang="en-US" altLang="en-US" sz="1400" dirty="0" err="1">
                <a:solidFill>
                  <a:srgbClr val="000000"/>
                </a:solidFill>
                <a:ea typeface="Microsoft YaHei" panose="020B0503020204020204" charset="-122"/>
              </a:rPr>
              <a:t>: </a:t>
            </a:r>
            <a:r>
              <a:rPr lang="uk-UA" altLang="en-US" sz="1400" dirty="0" err="1">
                <a:solidFill>
                  <a:srgbClr val="000000"/>
                </a:solidFill>
                <a:ea typeface="Microsoft YaHei" panose="020B0503020204020204" charset="-122"/>
              </a:rPr>
              <a:t>н</a:t>
            </a:r>
            <a:r>
              <a:rPr lang="en-US" altLang="en-US" sz="1400" dirty="0" err="1">
                <a:solidFill>
                  <a:srgbClr val="000000"/>
                </a:solidFill>
                <a:ea typeface="Microsoft YaHei" panose="020B0503020204020204" charset="-122"/>
              </a:rPr>
              <a:t>а відміну від складних протоколів на кшталт SOAP, REST використовує </a:t>
            </a:r>
            <a:r>
              <a:rPr lang="en-US" altLang="en-US" sz="1400" dirty="0" err="1">
                <a:solidFill>
                  <a:srgbClr val="0070C0"/>
                </a:solidFill>
                <a:ea typeface="Microsoft YaHei" panose="020B0503020204020204" charset="-122"/>
              </a:rPr>
              <a:t>стандартний HTTP</a:t>
            </a:r>
            <a:r>
              <a:rPr lang="en-US" altLang="en-US" sz="1400" dirty="0" err="1">
                <a:solidFill>
                  <a:srgbClr val="000000"/>
                </a:solidFill>
                <a:ea typeface="Microsoft YaHei" panose="020B0503020204020204" charset="-122"/>
              </a:rPr>
              <a:t>, що робить сервіси легкими, швидкими та зручними </a:t>
            </a:r>
            <a:r>
              <a:rPr lang="uk-UA" altLang="en-US" sz="1400" dirty="0" err="1">
                <a:solidFill>
                  <a:srgbClr val="000000"/>
                </a:solidFill>
                <a:ea typeface="Microsoft YaHei" panose="020B0503020204020204" charset="-122"/>
              </a:rPr>
              <a:t>       </a:t>
            </a:r>
            <a:r>
              <a:rPr lang="en-US" altLang="en-US" sz="1400" dirty="0" err="1">
                <a:solidFill>
                  <a:srgbClr val="000000"/>
                </a:solidFill>
                <a:ea typeface="Microsoft YaHei" panose="020B0503020204020204" charset="-122"/>
              </a:rPr>
              <a:t>для пристроїв з обмеженим ресурсом (наприклад, смартфонів)</a:t>
            </a:r>
            <a:endParaRPr lang="en-US" altLang="en-US" sz="1400" dirty="0" err="1">
              <a:solidFill>
                <a:srgbClr val="000000"/>
              </a:solidFill>
              <a:ea typeface="Microsoft YaHei" panose="020B0503020204020204" charset="-122"/>
            </a:endParaRPr>
          </a:p>
          <a:p>
            <a:pPr marL="285750" indent="-28575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400" b="1" dirty="0" err="1">
                <a:solidFill>
                  <a:srgbClr val="000000"/>
                </a:solidFill>
                <a:ea typeface="Microsoft YaHei" panose="020B0503020204020204" charset="-122"/>
              </a:rPr>
              <a:t>Розділення фронтенду та бекенду</a:t>
            </a:r>
            <a:r>
              <a:rPr lang="en-US" altLang="en-US" sz="1400" dirty="0" err="1">
                <a:solidFill>
                  <a:srgbClr val="000000"/>
                </a:solidFill>
                <a:ea typeface="Microsoft YaHei" panose="020B0503020204020204" charset="-122"/>
              </a:rPr>
              <a:t>: </a:t>
            </a:r>
            <a:r>
              <a:rPr lang="uk-UA" altLang="en-US" sz="1400" dirty="0" err="1">
                <a:solidFill>
                  <a:srgbClr val="000000"/>
                </a:solidFill>
                <a:ea typeface="Microsoft YaHei" panose="020B0503020204020204" charset="-122"/>
              </a:rPr>
              <a:t>д</a:t>
            </a:r>
            <a:r>
              <a:rPr lang="en-US" altLang="en-US" sz="1400" dirty="0" err="1">
                <a:solidFill>
                  <a:srgbClr val="000000"/>
                </a:solidFill>
                <a:ea typeface="Microsoft YaHei" panose="020B0503020204020204" charset="-122"/>
              </a:rPr>
              <a:t>озволяє створювати SPA</a:t>
            </a:r>
            <a:r>
              <a:rPr lang="uk-UA" altLang="en-US" sz="1400" dirty="0" err="1">
                <a:solidFill>
                  <a:srgbClr val="000000"/>
                </a:solidFill>
                <a:ea typeface="Microsoft YaHei" panose="020B0503020204020204" charset="-122"/>
              </a:rPr>
              <a:t>-</a:t>
            </a:r>
            <a:r>
              <a:rPr lang="en-US" altLang="en-US" sz="1400" dirty="0" err="1">
                <a:solidFill>
                  <a:srgbClr val="000000"/>
                </a:solidFill>
                <a:ea typeface="Microsoft YaHei" panose="020B0503020204020204" charset="-122"/>
              </a:rPr>
              <a:t>додатки на JavaScript-фреймворках (Angular, React, Vue), де фронтенд завантажується один раз, а дані отримуються через API</a:t>
            </a:r>
            <a:endParaRPr lang="en-US" altLang="en-US" sz="1400" dirty="0" err="1">
              <a:solidFill>
                <a:srgbClr val="000000"/>
              </a:solidFill>
              <a:ea typeface="Microsoft YaHei" panose="020B0503020204020204" charset="-122"/>
            </a:endParaRPr>
          </a:p>
          <a:p>
            <a:pPr marL="285750" indent="-28575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400" b="1" dirty="0" err="1">
                <a:solidFill>
                  <a:srgbClr val="000000"/>
                </a:solidFill>
                <a:ea typeface="Microsoft YaHei" panose="020B0503020204020204" charset="-122"/>
              </a:rPr>
              <a:t>Кешування та продуктивність</a:t>
            </a:r>
            <a:r>
              <a:rPr lang="en-US" altLang="en-US" sz="1400" dirty="0" err="1">
                <a:solidFill>
                  <a:srgbClr val="000000"/>
                </a:solidFill>
                <a:ea typeface="Microsoft YaHei" panose="020B0503020204020204" charset="-122"/>
              </a:rPr>
              <a:t>: </a:t>
            </a:r>
            <a:r>
              <a:rPr lang="uk-UA" altLang="en-US" sz="1400" dirty="0" err="1">
                <a:solidFill>
                  <a:srgbClr val="000000"/>
                </a:solidFill>
                <a:ea typeface="Microsoft YaHei" panose="020B0503020204020204" charset="-122"/>
              </a:rPr>
              <a:t>з</a:t>
            </a:r>
            <a:r>
              <a:rPr lang="en-US" altLang="en-US" sz="1400" dirty="0" err="1">
                <a:solidFill>
                  <a:srgbClr val="000000"/>
                </a:solidFill>
                <a:ea typeface="Microsoft YaHei" panose="020B0503020204020204" charset="-122"/>
              </a:rPr>
              <a:t>апити GET можна кешувати, що зменшує навантаження на сервер</a:t>
            </a:r>
            <a:endParaRPr lang="en-US" altLang="en-US" sz="1400" dirty="0" err="1">
              <a:solidFill>
                <a:srgbClr val="000000"/>
              </a:solidFill>
              <a:ea typeface="Microsoft YaHei" panose="020B0503020204020204" charset="-122"/>
            </a:endParaRPr>
          </a:p>
          <a:p>
            <a:pPr marL="285750" indent="-28575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z="1400" dirty="0" err="1">
              <a:solidFill>
                <a:srgbClr val="000000"/>
              </a:solidFill>
              <a:ea typeface="Microsoft YaHei" panose="020B0503020204020204" charset="-122"/>
            </a:endParaRPr>
          </a:p>
          <a:p>
            <a:pPr defTabSz="457200">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400" b="1" dirty="0" err="1">
                <a:solidFill>
                  <a:srgbClr val="FF0000"/>
                </a:solidFill>
                <a:ea typeface="Microsoft YaHei" panose="020B0503020204020204" charset="-122"/>
              </a:rPr>
              <a:t>Загалом, REST API робить додатки сервіс-орієнтованими (SOA — Service-Oriented Architecture), де кожна служба може бути незалежною та повторно використовуваною.</a:t>
            </a:r>
            <a:endParaRPr lang="en-US" altLang="en-US" sz="1400" b="1" dirty="0" err="1">
              <a:solidFill>
                <a:srgbClr val="FF0000"/>
              </a:solidFill>
              <a:ea typeface="Microsoft YaHei" panose="020B0503020204020204" charset="-122"/>
            </a:endParaRPr>
          </a:p>
        </p:txBody>
      </p:sp>
      <p:sp>
        <p:nvSpPr>
          <p:cNvPr id="2" name="Text Box 1"/>
          <p:cNvSpPr txBox="1"/>
          <p:nvPr/>
        </p:nvSpPr>
        <p:spPr>
          <a:xfrm>
            <a:off x="23495" y="6349365"/>
            <a:ext cx="9046210" cy="414020"/>
          </a:xfrm>
          <a:prstGeom prst="rect">
            <a:avLst/>
          </a:prstGeom>
          <a:noFill/>
        </p:spPr>
        <p:txBody>
          <a:bodyPr wrap="square" rtlCol="0" anchor="t">
            <a:spAutoFit/>
          </a:bodyPr>
          <a:p>
            <a:pPr algn="ctr"/>
            <a:r>
              <a:rPr lang="uk-UA" altLang="en-US" sz="2100" b="1" dirty="0" err="1">
                <a:solidFill>
                  <a:srgbClr val="FF0000"/>
                </a:solidFill>
                <a:sym typeface="+mn-ea"/>
              </a:rPr>
              <a:t>основна ідея: абстракція клієнта та сервера!</a:t>
            </a:r>
            <a:endParaRPr lang="uk-UA" altLang="en-US" sz="2100" b="1" dirty="0" err="1">
              <a:solidFill>
                <a:srgbClr val="FF0000"/>
              </a:solidFill>
              <a:sym typeface="+mn-ea"/>
            </a:endParaRPr>
          </a:p>
        </p:txBody>
      </p:sp>
    </p:spTree>
  </p:cSld>
  <p:clrMapOvr>
    <a:masterClrMapping/>
  </p:clrMapOvr>
  <p:transition spd="med"/>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Text Box 614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ru-RU" sz="4200" dirty="0" err="1">
              <a:solidFill>
                <a:srgbClr val="FFFFFF"/>
              </a:solidFill>
              <a:ea typeface="Microsoft YaHei" panose="020B0503020204020204" charset="-122"/>
            </a:endParaRPr>
          </a:p>
        </p:txBody>
      </p:sp>
      <p:sp>
        <p:nvSpPr>
          <p:cNvPr id="6146" name="Text Box 6145"/>
          <p:cNvSpPr txBox="1"/>
          <p:nvPr/>
        </p:nvSpPr>
        <p:spPr>
          <a:xfrm>
            <a:off x="515620" y="1519555"/>
            <a:ext cx="8053705" cy="4419600"/>
          </a:xfrm>
          <a:prstGeom prst="rect">
            <a:avLst/>
          </a:prstGeom>
          <a:noFill/>
          <a:ln w="9525">
            <a:noFill/>
          </a:ln>
        </p:spPr>
        <p:txBody>
          <a:bodyPr wrap="square" lIns="91440" tIns="45720" rIns="91440" bIns="45720" anchor="t" anchorCtr="0"/>
          <a:p>
            <a:pPr defTabSz="457200">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z="2100" dirty="0" err="1">
              <a:solidFill>
                <a:srgbClr val="000000"/>
              </a:solidFill>
              <a:ea typeface="Microsoft YaHei" panose="020B0503020204020204" charset="-122"/>
            </a:endParaRPr>
          </a:p>
        </p:txBody>
      </p:sp>
      <p:pic>
        <p:nvPicPr>
          <p:cNvPr id="3" name="Picture 2"/>
          <p:cNvPicPr>
            <a:picLocks noChangeAspect="1"/>
          </p:cNvPicPr>
          <p:nvPr/>
        </p:nvPicPr>
        <p:blipFill>
          <a:blip r:embed="rId1"/>
          <a:stretch>
            <a:fillRect/>
          </a:stretch>
        </p:blipFill>
        <p:spPr>
          <a:xfrm>
            <a:off x="-18415" y="97155"/>
            <a:ext cx="9211945" cy="6593205"/>
          </a:xfrm>
          <a:prstGeom prst="rect">
            <a:avLst/>
          </a:prstGeom>
        </p:spPr>
      </p:pic>
    </p:spTree>
  </p:cSld>
  <p:clrMapOvr>
    <a:masterClrMapping/>
  </p:clrMapOvr>
  <p:transition spd="med"/>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Text Box 614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sz="4200" dirty="0" err="1">
                <a:solidFill>
                  <a:srgbClr val="FFFFFF"/>
                </a:solidFill>
                <a:ea typeface="Microsoft YaHei" panose="020B0503020204020204" charset="-122"/>
              </a:rPr>
              <a:t>Звичайний підхід</a:t>
            </a:r>
            <a:endParaRPr lang="uk-UA" sz="4200" dirty="0" err="1">
              <a:solidFill>
                <a:srgbClr val="FFFFFF"/>
              </a:solidFill>
              <a:ea typeface="Microsoft YaHei" panose="020B0503020204020204" charset="-122"/>
            </a:endParaRPr>
          </a:p>
        </p:txBody>
      </p:sp>
      <p:sp>
        <p:nvSpPr>
          <p:cNvPr id="6146" name="Text Box 6145"/>
          <p:cNvSpPr txBox="1"/>
          <p:nvPr/>
        </p:nvSpPr>
        <p:spPr>
          <a:xfrm>
            <a:off x="515620" y="1519555"/>
            <a:ext cx="8053705" cy="4419600"/>
          </a:xfrm>
          <a:prstGeom prst="rect">
            <a:avLst/>
          </a:prstGeom>
          <a:noFill/>
          <a:ln w="9525">
            <a:noFill/>
          </a:ln>
        </p:spPr>
        <p:txBody>
          <a:bodyPr wrap="square" lIns="91440" tIns="45720" rIns="91440" bIns="45720" anchor="t" anchorCtr="0"/>
          <a:p>
            <a:pPr defTabSz="457200">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z="2100" dirty="0" err="1">
              <a:solidFill>
                <a:srgbClr val="000000"/>
              </a:solidFill>
              <a:ea typeface="Microsoft YaHei" panose="020B0503020204020204" charset="-122"/>
            </a:endParaRPr>
          </a:p>
        </p:txBody>
      </p:sp>
      <p:pic>
        <p:nvPicPr>
          <p:cNvPr id="2" name="Picture 1"/>
          <p:cNvPicPr>
            <a:picLocks noChangeAspect="1"/>
          </p:cNvPicPr>
          <p:nvPr/>
        </p:nvPicPr>
        <p:blipFill>
          <a:blip r:embed="rId1"/>
          <a:stretch>
            <a:fillRect/>
          </a:stretch>
        </p:blipFill>
        <p:spPr>
          <a:xfrm>
            <a:off x="1191895" y="1447800"/>
            <a:ext cx="6697345" cy="4705350"/>
          </a:xfrm>
          <a:prstGeom prst="rect">
            <a:avLst/>
          </a:prstGeom>
        </p:spPr>
      </p:pic>
    </p:spTree>
  </p:cSld>
  <p:clrMapOvr>
    <a:masterClrMapping/>
  </p:clrMapOvr>
  <p:transition spd="med"/>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Text Box 614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sz="4200" dirty="0" err="1">
                <a:solidFill>
                  <a:srgbClr val="FFFFFF"/>
                </a:solidFill>
                <a:ea typeface="Microsoft YaHei" panose="020B0503020204020204" charset="-122"/>
              </a:rPr>
              <a:t>Служба-інтерфейс</a:t>
            </a:r>
            <a:endParaRPr lang="uk-UA" sz="4200" dirty="0" err="1">
              <a:solidFill>
                <a:srgbClr val="FFFFFF"/>
              </a:solidFill>
              <a:ea typeface="Microsoft YaHei" panose="020B0503020204020204" charset="-122"/>
            </a:endParaRPr>
          </a:p>
        </p:txBody>
      </p:sp>
      <p:sp>
        <p:nvSpPr>
          <p:cNvPr id="6146" name="Text Box 6145"/>
          <p:cNvSpPr txBox="1"/>
          <p:nvPr/>
        </p:nvSpPr>
        <p:spPr>
          <a:xfrm>
            <a:off x="515620" y="1519555"/>
            <a:ext cx="8053705" cy="4419600"/>
          </a:xfrm>
          <a:prstGeom prst="rect">
            <a:avLst/>
          </a:prstGeom>
          <a:noFill/>
          <a:ln w="9525">
            <a:noFill/>
          </a:ln>
        </p:spPr>
        <p:txBody>
          <a:bodyPr wrap="square" lIns="91440" tIns="45720" rIns="91440" bIns="45720" anchor="t" anchorCtr="0"/>
          <a:p>
            <a:pPr defTabSz="457200">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z="2100" dirty="0" err="1">
              <a:solidFill>
                <a:srgbClr val="000000"/>
              </a:solidFill>
              <a:ea typeface="Microsoft YaHei" panose="020B0503020204020204" charset="-122"/>
            </a:endParaRPr>
          </a:p>
        </p:txBody>
      </p:sp>
      <p:pic>
        <p:nvPicPr>
          <p:cNvPr id="2" name="Picture 1"/>
          <p:cNvPicPr>
            <a:picLocks noChangeAspect="1"/>
          </p:cNvPicPr>
          <p:nvPr/>
        </p:nvPicPr>
        <p:blipFill>
          <a:blip r:embed="rId1"/>
          <a:stretch>
            <a:fillRect/>
          </a:stretch>
        </p:blipFill>
        <p:spPr>
          <a:xfrm>
            <a:off x="746760" y="1403985"/>
            <a:ext cx="7686675" cy="4535805"/>
          </a:xfrm>
          <a:prstGeom prst="rect">
            <a:avLst/>
          </a:prstGeom>
        </p:spPr>
      </p:pic>
    </p:spTree>
  </p:cSld>
  <p:clrMapOvr>
    <a:masterClrMapping/>
  </p:clrMapOvr>
  <p:transition spd="med"/>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Text Box 614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ru-RU" sz="4200" dirty="0" err="1">
                <a:solidFill>
                  <a:srgbClr val="FFFFFF"/>
                </a:solidFill>
                <a:ea typeface="Microsoft YaHei" panose="020B0503020204020204" charset="-122"/>
              </a:rPr>
              <a:t>Основні принципи </a:t>
            </a:r>
            <a:r>
              <a:rPr lang="en-US" altLang="ru-RU" sz="4200" dirty="0" err="1">
                <a:solidFill>
                  <a:srgbClr val="FFFFFF"/>
                </a:solidFill>
                <a:ea typeface="Microsoft YaHei" panose="020B0503020204020204" charset="-122"/>
              </a:rPr>
              <a:t>REST</a:t>
            </a:r>
            <a:endParaRPr lang="en-US" altLang="ru-RU" sz="4200" dirty="0" err="1">
              <a:solidFill>
                <a:srgbClr val="FFFFFF"/>
              </a:solidFill>
              <a:ea typeface="Microsoft YaHei" panose="020B0503020204020204" charset="-122"/>
            </a:endParaRPr>
          </a:p>
        </p:txBody>
      </p:sp>
      <p:sp>
        <p:nvSpPr>
          <p:cNvPr id="6146" name="Text Box 6145"/>
          <p:cNvSpPr txBox="1"/>
          <p:nvPr/>
        </p:nvSpPr>
        <p:spPr>
          <a:xfrm>
            <a:off x="515620" y="1519555"/>
            <a:ext cx="8053705" cy="4419600"/>
          </a:xfrm>
          <a:prstGeom prst="rect">
            <a:avLst/>
          </a:prstGeom>
          <a:noFill/>
          <a:ln w="9525">
            <a:noFill/>
          </a:ln>
        </p:spPr>
        <p:txBody>
          <a:bodyPr wrap="square" lIns="91440" tIns="45720" rIns="91440" bIns="45720" anchor="t" anchorCtr="0"/>
          <a:p>
            <a:pPr defTabSz="457200">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100" dirty="0" err="1">
                <a:solidFill>
                  <a:srgbClr val="000000"/>
                </a:solidFill>
                <a:ea typeface="Microsoft YaHei" panose="020B0503020204020204" charset="-122"/>
              </a:rPr>
              <a:t>REST базується на </a:t>
            </a:r>
            <a:r>
              <a:rPr lang="uk-UA" altLang="en-US" sz="2100" dirty="0" err="1">
                <a:solidFill>
                  <a:srgbClr val="000000"/>
                </a:solidFill>
                <a:ea typeface="Microsoft YaHei" panose="020B0503020204020204" charset="-122"/>
              </a:rPr>
              <a:t>таких </a:t>
            </a:r>
            <a:r>
              <a:rPr lang="en-US" altLang="en-US" sz="2100" dirty="0" err="1">
                <a:solidFill>
                  <a:srgbClr val="000000"/>
                </a:solidFill>
                <a:ea typeface="Microsoft YaHei" panose="020B0503020204020204" charset="-122"/>
              </a:rPr>
              <a:t>ключових обмеженнях (constraints):</a:t>
            </a:r>
            <a:endParaRPr lang="en-US" altLang="en-US" sz="2100" dirty="0" err="1">
              <a:solidFill>
                <a:srgbClr val="000000"/>
              </a:solidFill>
              <a:ea typeface="Microsoft YaHei" panose="020B0503020204020204" charset="-122"/>
            </a:endParaRPr>
          </a:p>
          <a:p>
            <a:pPr defTabSz="457200">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z="2100" dirty="0" err="1">
              <a:solidFill>
                <a:srgbClr val="000000"/>
              </a:solidFill>
              <a:ea typeface="Microsoft YaHei" panose="020B0503020204020204" charset="-122"/>
            </a:endParaRPr>
          </a:p>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100" b="1" dirty="0" err="1">
                <a:solidFill>
                  <a:srgbClr val="000000"/>
                </a:solidFill>
                <a:ea typeface="Microsoft YaHei" panose="020B0503020204020204" charset="-122"/>
              </a:rPr>
              <a:t>Клієнт-сервер</a:t>
            </a:r>
            <a:r>
              <a:rPr lang="en-US" altLang="en-US" sz="2100" dirty="0" err="1">
                <a:solidFill>
                  <a:srgbClr val="000000"/>
                </a:solidFill>
                <a:ea typeface="Microsoft YaHei" panose="020B0503020204020204" charset="-122"/>
              </a:rPr>
              <a:t>: </a:t>
            </a:r>
            <a:r>
              <a:rPr lang="uk-UA" altLang="en-US" sz="2100" dirty="0" err="1">
                <a:solidFill>
                  <a:srgbClr val="000000"/>
                </a:solidFill>
                <a:ea typeface="Microsoft YaHei" panose="020B0503020204020204" charset="-122"/>
              </a:rPr>
              <a:t>п</a:t>
            </a:r>
            <a:r>
              <a:rPr lang="en-US" altLang="en-US" sz="2100" dirty="0" err="1">
                <a:solidFill>
                  <a:srgbClr val="000000"/>
                </a:solidFill>
                <a:ea typeface="Microsoft YaHei" panose="020B0503020204020204" charset="-122"/>
              </a:rPr>
              <a:t>оділ на клієнт (запитує дані) і сервер (надає дані), що дозволяє незалежний розвиток</a:t>
            </a:r>
            <a:endParaRPr lang="en-US" altLang="en-US" sz="2100" dirty="0" err="1">
              <a:solidFill>
                <a:srgbClr val="000000"/>
              </a:solidFill>
              <a:ea typeface="Microsoft YaHei" panose="020B0503020204020204" charset="-122"/>
            </a:endParaRPr>
          </a:p>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100" b="1" dirty="0" err="1">
                <a:solidFill>
                  <a:srgbClr val="000000"/>
                </a:solidFill>
                <a:ea typeface="Microsoft YaHei" panose="020B0503020204020204" charset="-122"/>
              </a:rPr>
              <a:t>Без стану (Stateless)</a:t>
            </a:r>
            <a:r>
              <a:rPr lang="en-US" altLang="en-US" sz="2100" dirty="0" err="1">
                <a:solidFill>
                  <a:srgbClr val="000000"/>
                </a:solidFill>
                <a:ea typeface="Microsoft YaHei" panose="020B0503020204020204" charset="-122"/>
              </a:rPr>
              <a:t>: </a:t>
            </a:r>
            <a:r>
              <a:rPr lang="uk-UA" altLang="en-US" sz="2100" dirty="0" err="1">
                <a:solidFill>
                  <a:srgbClr val="000000"/>
                </a:solidFill>
                <a:ea typeface="Microsoft YaHei" panose="020B0503020204020204" charset="-122"/>
              </a:rPr>
              <a:t>к</a:t>
            </a:r>
            <a:r>
              <a:rPr lang="en-US" altLang="en-US" sz="2100" dirty="0" err="1">
                <a:solidFill>
                  <a:srgbClr val="000000"/>
                </a:solidFill>
                <a:ea typeface="Microsoft YaHei" panose="020B0503020204020204" charset="-122"/>
              </a:rPr>
              <a:t>ожен запит містить всю необхідну інформацію; сервер не зберігає сесію клієнта</a:t>
            </a:r>
            <a:endParaRPr lang="en-US" altLang="en-US" sz="2100" dirty="0" err="1">
              <a:solidFill>
                <a:srgbClr val="000000"/>
              </a:solidFill>
              <a:ea typeface="Microsoft YaHei" panose="020B0503020204020204" charset="-122"/>
            </a:endParaRPr>
          </a:p>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100" b="1" dirty="0" err="1">
                <a:solidFill>
                  <a:srgbClr val="000000"/>
                </a:solidFill>
                <a:ea typeface="Microsoft YaHei" panose="020B0503020204020204" charset="-122"/>
              </a:rPr>
              <a:t>Кешування (Cacheable)</a:t>
            </a:r>
            <a:r>
              <a:rPr lang="en-US" altLang="en-US" sz="2100" dirty="0" err="1">
                <a:solidFill>
                  <a:srgbClr val="000000"/>
                </a:solidFill>
                <a:ea typeface="Microsoft YaHei" panose="020B0503020204020204" charset="-122"/>
              </a:rPr>
              <a:t>: </a:t>
            </a:r>
            <a:r>
              <a:rPr lang="uk-UA" altLang="en-US" sz="2100" dirty="0" err="1">
                <a:solidFill>
                  <a:srgbClr val="000000"/>
                </a:solidFill>
                <a:ea typeface="Microsoft YaHei" panose="020B0503020204020204" charset="-122"/>
              </a:rPr>
              <a:t>в</a:t>
            </a:r>
            <a:r>
              <a:rPr lang="en-US" altLang="en-US" sz="2100" dirty="0" err="1">
                <a:solidFill>
                  <a:srgbClr val="000000"/>
                </a:solidFill>
                <a:ea typeface="Microsoft YaHei" panose="020B0503020204020204" charset="-122"/>
              </a:rPr>
              <a:t>ідповіді можуть кешуватися </a:t>
            </a:r>
            <a:r>
              <a:rPr lang="uk-UA" altLang="en-US" sz="2100" dirty="0" err="1">
                <a:solidFill>
                  <a:srgbClr val="000000"/>
                </a:solidFill>
                <a:ea typeface="Microsoft YaHei" panose="020B0503020204020204" charset="-122"/>
              </a:rPr>
              <a:t>    </a:t>
            </a:r>
            <a:r>
              <a:rPr lang="en-US" altLang="en-US" sz="2100" dirty="0" err="1">
                <a:solidFill>
                  <a:srgbClr val="000000"/>
                </a:solidFill>
                <a:ea typeface="Microsoft YaHei" panose="020B0503020204020204" charset="-122"/>
              </a:rPr>
              <a:t>для підвищення швидко</a:t>
            </a:r>
            <a:r>
              <a:rPr lang="uk-UA" altLang="en-US" sz="2100" dirty="0" err="1">
                <a:solidFill>
                  <a:srgbClr val="000000"/>
                </a:solidFill>
                <a:ea typeface="Microsoft YaHei" panose="020B0503020204020204" charset="-122"/>
              </a:rPr>
              <a:t>дії</a:t>
            </a:r>
            <a:endParaRPr lang="en-US" altLang="en-US" sz="2100" dirty="0" err="1">
              <a:solidFill>
                <a:srgbClr val="000000"/>
              </a:solidFill>
              <a:ea typeface="Microsoft YaHei" panose="020B0503020204020204" charset="-122"/>
            </a:endParaRPr>
          </a:p>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100" b="1" dirty="0" err="1">
                <a:solidFill>
                  <a:srgbClr val="000000"/>
                </a:solidFill>
                <a:ea typeface="Microsoft YaHei" panose="020B0503020204020204" charset="-122"/>
              </a:rPr>
              <a:t>Єдиний інтерфейс (Uniform Interface)</a:t>
            </a:r>
            <a:r>
              <a:rPr lang="en-US" altLang="en-US" sz="2100" dirty="0" err="1">
                <a:solidFill>
                  <a:srgbClr val="000000"/>
                </a:solidFill>
                <a:ea typeface="Microsoft YaHei" panose="020B0503020204020204" charset="-122"/>
              </a:rPr>
              <a:t>: </a:t>
            </a:r>
            <a:r>
              <a:rPr lang="uk-UA" altLang="en-US" sz="2100" dirty="0" err="1">
                <a:solidFill>
                  <a:srgbClr val="000000"/>
                </a:solidFill>
                <a:ea typeface="Microsoft YaHei" panose="020B0503020204020204" charset="-122"/>
              </a:rPr>
              <a:t>с</a:t>
            </a:r>
            <a:r>
              <a:rPr lang="en-US" altLang="en-US" sz="2100" dirty="0" err="1">
                <a:solidFill>
                  <a:srgbClr val="000000"/>
                </a:solidFill>
                <a:ea typeface="Microsoft YaHei" panose="020B0503020204020204" charset="-122"/>
              </a:rPr>
              <a:t>тандартизований спосіб взаємодії (URI для ресурсів, HTTP-методи тощо)</a:t>
            </a:r>
            <a:endParaRPr lang="en-US" altLang="en-US" sz="2100" dirty="0" err="1">
              <a:solidFill>
                <a:srgbClr val="000000"/>
              </a:solidFill>
              <a:ea typeface="Microsoft YaHei" panose="020B0503020204020204" charset="-122"/>
            </a:endParaRPr>
          </a:p>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100" b="1" dirty="0" err="1">
                <a:solidFill>
                  <a:srgbClr val="000000"/>
                </a:solidFill>
                <a:ea typeface="Microsoft YaHei" panose="020B0503020204020204" charset="-122"/>
              </a:rPr>
              <a:t>Шарова система (Layered System)</a:t>
            </a:r>
            <a:r>
              <a:rPr lang="en-US" altLang="en-US" sz="2100" dirty="0" err="1">
                <a:solidFill>
                  <a:srgbClr val="000000"/>
                </a:solidFill>
                <a:ea typeface="Microsoft YaHei" panose="020B0503020204020204" charset="-122"/>
              </a:rPr>
              <a:t>: </a:t>
            </a:r>
            <a:r>
              <a:rPr lang="uk-UA" altLang="en-US" sz="2100" dirty="0" err="1">
                <a:solidFill>
                  <a:srgbClr val="000000"/>
                </a:solidFill>
                <a:ea typeface="Microsoft YaHei" panose="020B0503020204020204" charset="-122"/>
              </a:rPr>
              <a:t>є м</a:t>
            </a:r>
            <a:r>
              <a:rPr lang="en-US" altLang="en-US" sz="2100" dirty="0" err="1">
                <a:solidFill>
                  <a:srgbClr val="000000"/>
                </a:solidFill>
                <a:ea typeface="Microsoft YaHei" panose="020B0503020204020204" charset="-122"/>
              </a:rPr>
              <a:t>ожливість вставляти проміжні шари (проксі, балансувальники) </a:t>
            </a:r>
            <a:r>
              <a:rPr lang="uk-UA" altLang="en-US" sz="2100" dirty="0" err="1">
                <a:solidFill>
                  <a:srgbClr val="000000"/>
                </a:solidFill>
                <a:ea typeface="Microsoft YaHei" panose="020B0503020204020204" charset="-122"/>
              </a:rPr>
              <a:t>            </a:t>
            </a:r>
            <a:r>
              <a:rPr lang="en-US" altLang="en-US" sz="2100" dirty="0" err="1">
                <a:solidFill>
                  <a:srgbClr val="000000"/>
                </a:solidFill>
                <a:ea typeface="Microsoft YaHei" panose="020B0503020204020204" charset="-122"/>
              </a:rPr>
              <a:t>без зміни інтерфейсу</a:t>
            </a:r>
            <a:endParaRPr lang="en-US" altLang="en-US" sz="2100" dirty="0" err="1">
              <a:solidFill>
                <a:srgbClr val="000000"/>
              </a:solidFill>
              <a:ea typeface="Microsoft YaHei" panose="020B0503020204020204" charset="-122"/>
            </a:endParaRPr>
          </a:p>
          <a:p>
            <a:pPr defTabSz="457200">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z="2100" dirty="0" err="1">
              <a:solidFill>
                <a:srgbClr val="000000"/>
              </a:solidFill>
              <a:ea typeface="Microsoft YaHei" panose="020B0503020204020204" charset="-122"/>
            </a:endParaRPr>
          </a:p>
        </p:txBody>
      </p:sp>
    </p:spTree>
  </p:cSld>
  <p:clrMapOvr>
    <a:masterClrMapping/>
  </p:clrMapOvr>
  <p:transition spd="med"/>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Text Box 614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ru-RU" sz="4200" dirty="0" err="1">
                <a:solidFill>
                  <a:srgbClr val="FFFFFF"/>
                </a:solidFill>
                <a:ea typeface="Microsoft YaHei" panose="020B0503020204020204" charset="-122"/>
              </a:rPr>
              <a:t>REST-</a:t>
            </a:r>
            <a:r>
              <a:rPr lang="uk-UA" altLang="ru-RU" sz="4200" dirty="0" err="1">
                <a:solidFill>
                  <a:srgbClr val="FFFFFF"/>
                </a:solidFill>
                <a:ea typeface="Microsoft YaHei" panose="020B0503020204020204" charset="-122"/>
              </a:rPr>
              <a:t>взаємодія</a:t>
            </a:r>
            <a:endParaRPr lang="uk-UA" altLang="ru-RU" sz="4200" dirty="0" err="1">
              <a:solidFill>
                <a:srgbClr val="FFFFFF"/>
              </a:solidFill>
              <a:ea typeface="Microsoft YaHei" panose="020B0503020204020204" charset="-122"/>
            </a:endParaRPr>
          </a:p>
        </p:txBody>
      </p:sp>
      <p:sp>
        <p:nvSpPr>
          <p:cNvPr id="6146" name="Text Box 6145"/>
          <p:cNvSpPr txBox="1"/>
          <p:nvPr/>
        </p:nvSpPr>
        <p:spPr>
          <a:xfrm>
            <a:off x="515620" y="1430655"/>
            <a:ext cx="8053705" cy="4419600"/>
          </a:xfrm>
          <a:prstGeom prst="rect">
            <a:avLst/>
          </a:prstGeom>
          <a:noFill/>
          <a:ln w="9525">
            <a:noFill/>
          </a:ln>
        </p:spPr>
        <p:txBody>
          <a:bodyPr wrap="square" lIns="91440" tIns="45720" rIns="91440" bIns="45720" anchor="t" anchorCtr="0"/>
          <a:p>
            <a:pPr defTabSz="457200">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100" dirty="0" err="1">
                <a:solidFill>
                  <a:srgbClr val="000000"/>
                </a:solidFill>
                <a:ea typeface="Microsoft YaHei" panose="020B0503020204020204" charset="-122"/>
              </a:rPr>
              <a:t>Для взаємодії використовуються стандартні методи HTTP:</a:t>
            </a:r>
            <a:endParaRPr lang="en-US" altLang="en-US" sz="2100" dirty="0" err="1">
              <a:solidFill>
                <a:srgbClr val="000000"/>
              </a:solidFill>
              <a:ea typeface="Microsoft YaHei" panose="020B0503020204020204" charset="-122"/>
            </a:endParaRPr>
          </a:p>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100" b="1" dirty="0" err="1">
                <a:solidFill>
                  <a:srgbClr val="000000"/>
                </a:solidFill>
                <a:ea typeface="Microsoft YaHei" panose="020B0503020204020204" charset="-122"/>
              </a:rPr>
              <a:t>GET </a:t>
            </a:r>
            <a:r>
              <a:rPr lang="en-US" altLang="en-US" sz="2100" dirty="0" err="1">
                <a:solidFill>
                  <a:srgbClr val="000000"/>
                </a:solidFill>
                <a:ea typeface="Microsoft YaHei" panose="020B0503020204020204" charset="-122"/>
              </a:rPr>
              <a:t>— отримання даних</a:t>
            </a:r>
            <a:endParaRPr lang="en-US" altLang="en-US" sz="2100" dirty="0" err="1">
              <a:solidFill>
                <a:srgbClr val="000000"/>
              </a:solidFill>
              <a:ea typeface="Microsoft YaHei" panose="020B0503020204020204" charset="-122"/>
            </a:endParaRPr>
          </a:p>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100" b="1" dirty="0" err="1">
                <a:solidFill>
                  <a:srgbClr val="000000"/>
                </a:solidFill>
                <a:ea typeface="Microsoft YaHei" panose="020B0503020204020204" charset="-122"/>
              </a:rPr>
              <a:t>POST </a:t>
            </a:r>
            <a:r>
              <a:rPr lang="en-US" altLang="en-US" sz="2100" dirty="0" err="1">
                <a:solidFill>
                  <a:srgbClr val="000000"/>
                </a:solidFill>
                <a:ea typeface="Microsoft YaHei" panose="020B0503020204020204" charset="-122"/>
              </a:rPr>
              <a:t>— створення нових даних</a:t>
            </a:r>
            <a:endParaRPr lang="en-US" altLang="en-US" sz="2100" dirty="0" err="1">
              <a:solidFill>
                <a:srgbClr val="000000"/>
              </a:solidFill>
              <a:ea typeface="Microsoft YaHei" panose="020B0503020204020204" charset="-122"/>
            </a:endParaRPr>
          </a:p>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100" b="1" dirty="0" err="1">
                <a:solidFill>
                  <a:srgbClr val="000000"/>
                </a:solidFill>
                <a:ea typeface="Microsoft YaHei" panose="020B0503020204020204" charset="-122"/>
              </a:rPr>
              <a:t>PUT / PATCH </a:t>
            </a:r>
            <a:r>
              <a:rPr lang="en-US" altLang="en-US" sz="2100" dirty="0" err="1">
                <a:solidFill>
                  <a:srgbClr val="000000"/>
                </a:solidFill>
                <a:ea typeface="Microsoft YaHei" panose="020B0503020204020204" charset="-122"/>
              </a:rPr>
              <a:t>— оновлення даних</a:t>
            </a:r>
            <a:endParaRPr lang="en-US" altLang="en-US" sz="2100" dirty="0" err="1">
              <a:solidFill>
                <a:srgbClr val="000000"/>
              </a:solidFill>
              <a:ea typeface="Microsoft YaHei" panose="020B0503020204020204" charset="-122"/>
            </a:endParaRPr>
          </a:p>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100" b="1" dirty="0" err="1">
                <a:solidFill>
                  <a:srgbClr val="000000"/>
                </a:solidFill>
                <a:ea typeface="Microsoft YaHei" panose="020B0503020204020204" charset="-122"/>
              </a:rPr>
              <a:t>DELETE </a:t>
            </a:r>
            <a:r>
              <a:rPr lang="en-US" altLang="en-US" sz="2100" dirty="0" err="1">
                <a:solidFill>
                  <a:srgbClr val="000000"/>
                </a:solidFill>
                <a:ea typeface="Microsoft YaHei" panose="020B0503020204020204" charset="-122"/>
              </a:rPr>
              <a:t>— видалення даних</a:t>
            </a:r>
            <a:endParaRPr lang="en-US" altLang="en-US" sz="2100" dirty="0" err="1">
              <a:solidFill>
                <a:srgbClr val="000000"/>
              </a:solidFill>
              <a:ea typeface="Microsoft YaHei" panose="020B0503020204020204" charset="-122"/>
            </a:endParaRPr>
          </a:p>
          <a:p>
            <a:pPr defTabSz="457200">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100" dirty="0" err="1">
                <a:solidFill>
                  <a:srgbClr val="000000"/>
                </a:solidFill>
                <a:ea typeface="Microsoft YaHei" panose="020B0503020204020204" charset="-122"/>
              </a:rPr>
              <a:t>Ресурси ідентифікуються через URI (наприклад, /api/users/123), а відповіді — </a:t>
            </a:r>
            <a:r>
              <a:rPr lang="uk-UA" altLang="en-US" sz="2100" dirty="0" err="1">
                <a:solidFill>
                  <a:srgbClr val="000000"/>
                </a:solidFill>
                <a:ea typeface="Microsoft YaHei" panose="020B0503020204020204" charset="-122"/>
              </a:rPr>
              <a:t>це </a:t>
            </a:r>
            <a:r>
              <a:rPr lang="en-US" altLang="en-US" sz="2100" dirty="0" err="1">
                <a:solidFill>
                  <a:srgbClr val="000000"/>
                </a:solidFill>
                <a:ea typeface="Microsoft YaHei" panose="020B0503020204020204" charset="-122"/>
              </a:rPr>
              <a:t>чисті дані (JSON </a:t>
            </a:r>
            <a:r>
              <a:rPr lang="uk-UA" altLang="en-US" sz="2100" dirty="0" err="1">
                <a:solidFill>
                  <a:srgbClr val="000000"/>
                </a:solidFill>
                <a:ea typeface="Microsoft YaHei" panose="020B0503020204020204" charset="-122"/>
              </a:rPr>
              <a:t>або іноді й </a:t>
            </a:r>
            <a:r>
              <a:rPr lang="en-US" altLang="en-US" sz="2100" dirty="0" err="1">
                <a:solidFill>
                  <a:srgbClr val="000000"/>
                </a:solidFill>
                <a:ea typeface="Microsoft YaHei" panose="020B0503020204020204" charset="-122"/>
              </a:rPr>
              <a:t>XML).</a:t>
            </a:r>
            <a:endParaRPr lang="en-US" altLang="en-US" sz="2100" dirty="0" err="1">
              <a:solidFill>
                <a:srgbClr val="000000"/>
              </a:solidFill>
              <a:ea typeface="Microsoft YaHei" panose="020B0503020204020204" charset="-122"/>
            </a:endParaRPr>
          </a:p>
        </p:txBody>
      </p:sp>
      <p:pic>
        <p:nvPicPr>
          <p:cNvPr id="2" name="Picture 1"/>
          <p:cNvPicPr>
            <a:picLocks noChangeAspect="1"/>
          </p:cNvPicPr>
          <p:nvPr/>
        </p:nvPicPr>
        <p:blipFill>
          <a:blip r:embed="rId1"/>
          <a:stretch>
            <a:fillRect/>
          </a:stretch>
        </p:blipFill>
        <p:spPr>
          <a:xfrm>
            <a:off x="1332230" y="3789045"/>
            <a:ext cx="6454775" cy="2942590"/>
          </a:xfrm>
          <a:prstGeom prst="rect">
            <a:avLst/>
          </a:prstGeom>
        </p:spPr>
      </p:pic>
      <p:sp>
        <p:nvSpPr>
          <p:cNvPr id="3" name="Text Box 2"/>
          <p:cNvSpPr txBox="1"/>
          <p:nvPr/>
        </p:nvSpPr>
        <p:spPr>
          <a:xfrm>
            <a:off x="5922645" y="4103370"/>
            <a:ext cx="4572000" cy="414020"/>
          </a:xfrm>
          <a:prstGeom prst="rect">
            <a:avLst/>
          </a:prstGeom>
          <a:noFill/>
        </p:spPr>
        <p:txBody>
          <a:bodyPr wrap="square" rtlCol="0" anchor="t">
            <a:spAutoFit/>
          </a:bodyPr>
          <a:p>
            <a:r>
              <a:rPr lang="en-US" altLang="en-US" sz="2100" dirty="0" err="1">
                <a:solidFill>
                  <a:srgbClr val="000000"/>
                </a:solidFill>
                <a:sym typeface="+mn-ea"/>
              </a:rPr>
              <a:t>Web API = REST API</a:t>
            </a:r>
            <a:endParaRPr lang="en-US" altLang="en-US" sz="2100" dirty="0" err="1">
              <a:solidFill>
                <a:srgbClr val="000000"/>
              </a:solidFill>
              <a:sym typeface="+mn-ea"/>
            </a:endParaRPr>
          </a:p>
        </p:txBody>
      </p:sp>
    </p:spTree>
  </p:cSld>
  <p:clrMapOvr>
    <a:masterClrMapping/>
  </p:clrMapOvr>
  <p:transition spd="med"/>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Text Box 614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4200" dirty="0" err="1">
                <a:solidFill>
                  <a:srgbClr val="FFFFFF"/>
                </a:solidFill>
                <a:ea typeface="Microsoft YaHei" panose="020B0503020204020204" charset="-122"/>
              </a:rPr>
              <a:t>Відмінності Web API від MVC</a:t>
            </a:r>
            <a:endParaRPr lang="en-US" altLang="en-US" sz="4200" dirty="0" err="1">
              <a:solidFill>
                <a:srgbClr val="FFFFFF"/>
              </a:solidFill>
              <a:ea typeface="Microsoft YaHei" panose="020B0503020204020204" charset="-122"/>
            </a:endParaRPr>
          </a:p>
        </p:txBody>
      </p:sp>
      <p:sp>
        <p:nvSpPr>
          <p:cNvPr id="6146" name="Text Box 6145"/>
          <p:cNvSpPr txBox="1"/>
          <p:nvPr/>
        </p:nvSpPr>
        <p:spPr>
          <a:xfrm>
            <a:off x="515620" y="1430655"/>
            <a:ext cx="8053705" cy="4419600"/>
          </a:xfrm>
          <a:prstGeom prst="rect">
            <a:avLst/>
          </a:prstGeom>
          <a:noFill/>
          <a:ln w="9525">
            <a:noFill/>
          </a:ln>
        </p:spPr>
        <p:txBody>
          <a:bodyPr wrap="square" lIns="91440" tIns="45720" rIns="91440" bIns="45720" anchor="t" anchorCtr="0"/>
          <a:p>
            <a:pPr defTabSz="457200">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400" b="1" dirty="0" err="1">
                <a:solidFill>
                  <a:srgbClr val="000000"/>
                </a:solidFill>
                <a:ea typeface="Microsoft YaHei" panose="020B0503020204020204" charset="-122"/>
              </a:rPr>
              <a:t>Web API та MVC часто співіснують, але мають різні фокуси:</a:t>
            </a:r>
            <a:endParaRPr lang="en-US" altLang="en-US" sz="2400" b="1" dirty="0" err="1">
              <a:solidFill>
                <a:srgbClr val="000000"/>
              </a:solidFill>
              <a:ea typeface="Microsoft YaHei" panose="020B0503020204020204" charset="-122"/>
            </a:endParaRPr>
          </a:p>
        </p:txBody>
      </p:sp>
      <p:pic>
        <p:nvPicPr>
          <p:cNvPr id="2" name="Picture 1" descr="Screenshot 2025-12-28 143148"/>
          <p:cNvPicPr>
            <a:picLocks noChangeAspect="1"/>
          </p:cNvPicPr>
          <p:nvPr/>
        </p:nvPicPr>
        <p:blipFill>
          <a:blip r:embed="rId1"/>
          <a:stretch>
            <a:fillRect/>
          </a:stretch>
        </p:blipFill>
        <p:spPr>
          <a:xfrm>
            <a:off x="0" y="2324735"/>
            <a:ext cx="9144000" cy="4430395"/>
          </a:xfrm>
          <a:prstGeom prst="rect">
            <a:avLst/>
          </a:prstGeom>
        </p:spPr>
      </p:pic>
    </p:spTree>
  </p:cSld>
  <p:clrMapOvr>
    <a:masterClrMapping/>
  </p:clrMapOvr>
  <p:transition spd="med"/>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Text Box 614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ru-RU" sz="4200" dirty="0" err="1">
                <a:solidFill>
                  <a:srgbClr val="FFFFFF"/>
                </a:solidFill>
                <a:ea typeface="Microsoft YaHei" panose="020B0503020204020204" charset="-122"/>
              </a:rPr>
              <a:t>Переваги </a:t>
            </a:r>
            <a:r>
              <a:rPr lang="en-US" altLang="ru-RU" sz="4200" dirty="0" err="1">
                <a:solidFill>
                  <a:srgbClr val="FFFFFF"/>
                </a:solidFill>
                <a:ea typeface="Microsoft YaHei" panose="020B0503020204020204" charset="-122"/>
              </a:rPr>
              <a:t>Web API</a:t>
            </a:r>
            <a:endParaRPr lang="en-US" altLang="ru-RU" sz="4200" dirty="0" err="1">
              <a:solidFill>
                <a:srgbClr val="FFFFFF"/>
              </a:solidFill>
              <a:ea typeface="Microsoft YaHei" panose="020B0503020204020204" charset="-122"/>
            </a:endParaRPr>
          </a:p>
        </p:txBody>
      </p:sp>
      <p:sp>
        <p:nvSpPr>
          <p:cNvPr id="6146" name="Text Box 6145"/>
          <p:cNvSpPr txBox="1"/>
          <p:nvPr/>
        </p:nvSpPr>
        <p:spPr>
          <a:xfrm>
            <a:off x="515620" y="1430655"/>
            <a:ext cx="8053705" cy="4419600"/>
          </a:xfrm>
          <a:prstGeom prst="rect">
            <a:avLst/>
          </a:prstGeom>
          <a:noFill/>
          <a:ln w="9525">
            <a:noFill/>
          </a:ln>
        </p:spPr>
        <p:txBody>
          <a:bodyPr wrap="square" lIns="91440" tIns="45720" rIns="91440" bIns="45720" anchor="t" anchorCtr="0"/>
          <a:p>
            <a:pPr defTabSz="457200">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100" dirty="0" err="1">
                <a:solidFill>
                  <a:srgbClr val="000000"/>
                </a:solidFill>
                <a:ea typeface="Microsoft YaHei" panose="020B0503020204020204" charset="-122"/>
              </a:rPr>
              <a:t>У ASP.NET Core MVC і Web API об'єднані в один фреймворк: </a:t>
            </a:r>
            <a:r>
              <a:rPr lang="uk-UA" altLang="en-US" sz="2100" dirty="0" err="1">
                <a:solidFill>
                  <a:srgbClr val="000000"/>
                </a:solidFill>
                <a:ea typeface="Microsoft YaHei" panose="020B0503020204020204" charset="-122"/>
              </a:rPr>
              <a:t>можна</a:t>
            </a:r>
            <a:r>
              <a:rPr lang="en-US" altLang="en-US" sz="2100" dirty="0" err="1">
                <a:solidFill>
                  <a:srgbClr val="000000"/>
                </a:solidFill>
                <a:ea typeface="Microsoft YaHei" panose="020B0503020204020204" charset="-122"/>
              </a:rPr>
              <a:t> мати обидва типи контролерів в одному проєкті. </a:t>
            </a:r>
            <a:r>
              <a:rPr lang="uk-UA" altLang="en-US" sz="2100" dirty="0" err="1">
                <a:solidFill>
                  <a:srgbClr val="000000"/>
                </a:solidFill>
                <a:ea typeface="Microsoft YaHei" panose="020B0503020204020204" charset="-122"/>
              </a:rPr>
              <a:t>      </a:t>
            </a:r>
            <a:r>
              <a:rPr lang="en-US" altLang="en-US" sz="2100" dirty="0" err="1">
                <a:solidFill>
                  <a:srgbClr val="000000"/>
                </a:solidFill>
                <a:ea typeface="Microsoft YaHei" panose="020B0503020204020204" charset="-122"/>
              </a:rPr>
              <a:t>MVC підходить для додатків з UI, а Web API — для бекенду, який обслуговує дані.</a:t>
            </a:r>
            <a:endParaRPr lang="en-US" altLang="en-US" sz="2100" dirty="0" err="1">
              <a:solidFill>
                <a:srgbClr val="000000"/>
              </a:solidFill>
              <a:ea typeface="Microsoft YaHei" panose="020B0503020204020204" charset="-122"/>
            </a:endParaRPr>
          </a:p>
          <a:p>
            <a:pPr defTabSz="457200">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100" dirty="0" err="1">
                <a:solidFill>
                  <a:srgbClr val="000000"/>
                </a:solidFill>
                <a:ea typeface="Microsoft YaHei" panose="020B0503020204020204" charset="-122"/>
              </a:rPr>
              <a:t>Переваги Web API:</a:t>
            </a:r>
            <a:endParaRPr lang="en-US" altLang="en-US" sz="2100" dirty="0" err="1">
              <a:solidFill>
                <a:srgbClr val="000000"/>
              </a:solidFill>
              <a:ea typeface="Microsoft YaHei" panose="020B0503020204020204" charset="-122"/>
            </a:endParaRPr>
          </a:p>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100" dirty="0" err="1">
                <a:solidFill>
                  <a:srgbClr val="000000"/>
                </a:solidFill>
                <a:ea typeface="Microsoft YaHei" panose="020B0503020204020204" charset="-122"/>
              </a:rPr>
              <a:t>Легке створення RESTful сервісів</a:t>
            </a:r>
            <a:endParaRPr lang="en-US" altLang="en-US" sz="2100" dirty="0" err="1">
              <a:solidFill>
                <a:srgbClr val="000000"/>
              </a:solidFill>
              <a:ea typeface="Microsoft YaHei" panose="020B0503020204020204" charset="-122"/>
            </a:endParaRPr>
          </a:p>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100" dirty="0" err="1">
                <a:solidFill>
                  <a:srgbClr val="000000"/>
                </a:solidFill>
                <a:ea typeface="Microsoft YaHei" panose="020B0503020204020204" charset="-122"/>
              </a:rPr>
              <a:t>Підтримка SPA-рішень (Angular, React тощо)</a:t>
            </a:r>
            <a:endParaRPr lang="en-US" altLang="en-US" sz="2100" dirty="0" err="1">
              <a:solidFill>
                <a:srgbClr val="000000"/>
              </a:solidFill>
              <a:ea typeface="Microsoft YaHei" panose="020B0503020204020204" charset="-122"/>
            </a:endParaRPr>
          </a:p>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100" dirty="0" err="1">
                <a:solidFill>
                  <a:srgbClr val="000000"/>
                </a:solidFill>
                <a:ea typeface="Microsoft YaHei" panose="020B0503020204020204" charset="-122"/>
              </a:rPr>
              <a:t>Автоматична серіалізація в JSON</a:t>
            </a:r>
            <a:endParaRPr lang="en-US" altLang="en-US" sz="2100" dirty="0" err="1">
              <a:solidFill>
                <a:srgbClr val="000000"/>
              </a:solidFill>
              <a:ea typeface="Microsoft YaHei" panose="020B0503020204020204" charset="-122"/>
            </a:endParaRPr>
          </a:p>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100" dirty="0" err="1">
                <a:solidFill>
                  <a:srgbClr val="000000"/>
                </a:solidFill>
                <a:ea typeface="Microsoft YaHei" panose="020B0503020204020204" charset="-122"/>
              </a:rPr>
              <a:t>Вбудована підтримка версіонування </a:t>
            </a:r>
            <a:r>
              <a:rPr lang="uk-UA" altLang="en-US" sz="2100" dirty="0" err="1">
                <a:solidFill>
                  <a:srgbClr val="000000"/>
                </a:solidFill>
                <a:ea typeface="Microsoft YaHei" panose="020B0503020204020204" charset="-122"/>
              </a:rPr>
              <a:t>та</a:t>
            </a:r>
            <a:r>
              <a:rPr lang="en-US" altLang="en-US" sz="2100" dirty="0" err="1">
                <a:solidFill>
                  <a:srgbClr val="000000"/>
                </a:solidFill>
                <a:ea typeface="Microsoft YaHei" panose="020B0503020204020204" charset="-122"/>
              </a:rPr>
              <a:t> автентифікації</a:t>
            </a:r>
            <a:endParaRPr lang="en-US" altLang="en-US" sz="2100" dirty="0" err="1">
              <a:solidFill>
                <a:srgbClr val="000000"/>
              </a:solidFill>
              <a:ea typeface="Microsoft YaHei" panose="020B0503020204020204" charset="-122"/>
            </a:endParaRPr>
          </a:p>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100" dirty="0" err="1">
                <a:solidFill>
                  <a:srgbClr val="000000"/>
                </a:solidFill>
                <a:ea typeface="Microsoft YaHei" panose="020B0503020204020204" charset="-122"/>
              </a:rPr>
              <a:t>Масштабованість для хмарних середовищ (Azure)</a:t>
            </a:r>
            <a:endParaRPr lang="en-US" altLang="en-US" sz="2100" dirty="0" err="1">
              <a:solidFill>
                <a:srgbClr val="000000"/>
              </a:solidFill>
              <a:ea typeface="Microsoft YaHei" panose="020B0503020204020204" charset="-122"/>
            </a:endParaRPr>
          </a:p>
          <a:p>
            <a:pPr defTabSz="457200">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100" dirty="0" err="1">
                <a:solidFill>
                  <a:srgbClr val="000000"/>
                </a:solidFill>
                <a:ea typeface="Microsoft YaHei" panose="020B0503020204020204" charset="-122"/>
              </a:rPr>
              <a:t>Web API — це сучасний підхід до побудови додатків, орієнтований на дані та інтеграцію, що робить його ідеальним для мікросервісної архітектури та мобільних/веб-клієнтів.</a:t>
            </a:r>
            <a:endParaRPr lang="en-US" altLang="en-US" sz="2100" dirty="0" err="1">
              <a:solidFill>
                <a:srgbClr val="000000"/>
              </a:solidFill>
              <a:ea typeface="Microsoft YaHei" panose="020B0503020204020204" charset="-122"/>
            </a:endParaRPr>
          </a:p>
        </p:txBody>
      </p:sp>
    </p:spTree>
  </p:cSld>
  <p:clrMapOvr>
    <a:masterClrMapping/>
  </p:clrMapOvr>
  <p:transition spd="med"/>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Text Box 614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ru-RU" sz="4200" dirty="0" err="1">
                <a:solidFill>
                  <a:srgbClr val="FFFFFF"/>
                </a:solidFill>
                <a:ea typeface="Microsoft YaHei" panose="020B0503020204020204" charset="-122"/>
              </a:rPr>
              <a:t>Створення проєкту</a:t>
            </a:r>
            <a:endParaRPr lang="uk-UA" altLang="ru-RU" sz="4200" dirty="0" err="1">
              <a:solidFill>
                <a:srgbClr val="FFFFFF"/>
              </a:solidFill>
              <a:ea typeface="Microsoft YaHei" panose="020B0503020204020204" charset="-122"/>
            </a:endParaRPr>
          </a:p>
        </p:txBody>
      </p:sp>
      <p:sp>
        <p:nvSpPr>
          <p:cNvPr id="6146" name="Text Box 6145"/>
          <p:cNvSpPr txBox="1"/>
          <p:nvPr/>
        </p:nvSpPr>
        <p:spPr>
          <a:xfrm>
            <a:off x="515620" y="1430655"/>
            <a:ext cx="8053705" cy="4419600"/>
          </a:xfrm>
          <a:prstGeom prst="rect">
            <a:avLst/>
          </a:prstGeom>
          <a:noFill/>
          <a:ln w="9525">
            <a:noFill/>
          </a:ln>
        </p:spPr>
        <p:txBody>
          <a:bodyPr wrap="square" lIns="91440" tIns="45720" rIns="91440" bIns="45720" anchor="t" anchorCtr="0"/>
          <a:p>
            <a:pPr defTabSz="457200">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uk-UA" sz="2400" b="1" dirty="0" err="1">
              <a:solidFill>
                <a:srgbClr val="000000"/>
              </a:solidFill>
              <a:ea typeface="Microsoft YaHei" panose="020B0503020204020204" charset="-122"/>
            </a:endParaRPr>
          </a:p>
        </p:txBody>
      </p:sp>
      <p:pic>
        <p:nvPicPr>
          <p:cNvPr id="2" name="Picture 1" descr="Screenshot 2025-12-28 130631"/>
          <p:cNvPicPr>
            <a:picLocks noChangeAspect="1"/>
          </p:cNvPicPr>
          <p:nvPr/>
        </p:nvPicPr>
        <p:blipFill>
          <a:blip r:embed="rId1"/>
          <a:stretch>
            <a:fillRect/>
          </a:stretch>
        </p:blipFill>
        <p:spPr>
          <a:xfrm>
            <a:off x="0" y="1582420"/>
            <a:ext cx="9144000" cy="4759325"/>
          </a:xfrm>
          <a:prstGeom prst="rect">
            <a:avLst/>
          </a:prstGeom>
        </p:spPr>
      </p:pic>
    </p:spTree>
  </p:cSld>
  <p:clrMapOvr>
    <a:masterClrMapping/>
  </p:clrMapOvr>
  <p:transition spd="med"/>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Text Box 614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ru-RU" sz="4200" dirty="0" err="1">
                <a:solidFill>
                  <a:srgbClr val="FFFFFF"/>
                </a:solidFill>
                <a:sym typeface="+mn-ea"/>
              </a:rPr>
              <a:t>Коментарі по шаблону проєкта</a:t>
            </a:r>
            <a:endParaRPr lang="ru-RU" altLang="uk-UA" sz="4200" dirty="0" err="1">
              <a:solidFill>
                <a:srgbClr val="FFFFFF"/>
              </a:solidFill>
              <a:ea typeface="Microsoft YaHei" panose="020B0503020204020204" charset="-122"/>
            </a:endParaRPr>
          </a:p>
        </p:txBody>
      </p:sp>
      <p:sp>
        <p:nvSpPr>
          <p:cNvPr id="6146" name="Text Box 6145"/>
          <p:cNvSpPr txBox="1"/>
          <p:nvPr/>
        </p:nvSpPr>
        <p:spPr>
          <a:xfrm>
            <a:off x="515620" y="1430655"/>
            <a:ext cx="8053705" cy="4419600"/>
          </a:xfrm>
          <a:prstGeom prst="rect">
            <a:avLst/>
          </a:prstGeom>
          <a:noFill/>
          <a:ln w="9525">
            <a:noFill/>
          </a:ln>
        </p:spPr>
        <p:txBody>
          <a:bodyPr wrap="square" lIns="91440" tIns="45720" rIns="91440" bIns="45720" anchor="t" anchorCtr="0"/>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ru-RU" sz="1800" dirty="0" err="1">
                <a:solidFill>
                  <a:schemeClr val="tx1"/>
                </a:solidFill>
                <a:ea typeface="Microsoft YaHei" panose="020B0503020204020204" charset="-122"/>
              </a:rPr>
              <a:t>що відбувається в </a:t>
            </a:r>
            <a:r>
              <a:rPr lang="en-US" altLang="ru-RU" sz="1800" dirty="0" err="1">
                <a:solidFill>
                  <a:schemeClr val="tx1"/>
                </a:solidFill>
                <a:ea typeface="Microsoft YaHei" panose="020B0503020204020204" charset="-122"/>
              </a:rPr>
              <a:t>Program.cs: </a:t>
            </a:r>
            <a:endParaRPr lang="en-US" altLang="ru-RU" sz="1800" dirty="0" err="1">
              <a:solidFill>
                <a:schemeClr val="tx1"/>
              </a:solidFill>
              <a:ea typeface="Microsoft YaHei" panose="020B0503020204020204" charset="-122"/>
            </a:endParaRPr>
          </a:p>
          <a:p>
            <a:pPr defTabSz="457200">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800" b="1" dirty="0" err="1">
                <a:solidFill>
                  <a:schemeClr val="tx1"/>
                </a:solidFill>
                <a:ea typeface="Microsoft YaHei" panose="020B0503020204020204" charset="-122"/>
                <a:hlinkClick r:id="rId1" action="ppaction://hlinkfile"/>
              </a:rPr>
              <a:t>https://gist.github.com/sunmeat/3dc6b47ba8dcf56bc2a26934b0e754a7</a:t>
            </a:r>
            <a:endParaRPr lang="en-US" altLang="en-US" sz="1800" dirty="0" err="1">
              <a:solidFill>
                <a:schemeClr val="tx1"/>
              </a:solidFill>
              <a:ea typeface="Microsoft YaHei" panose="020B0503020204020204" charset="-122"/>
              <a:hlinkClick r:id="rId1" action="ppaction://hlinkfile"/>
            </a:endParaRPr>
          </a:p>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en-US" sz="1800" dirty="0" err="1">
                <a:solidFill>
                  <a:schemeClr val="tx1"/>
                </a:solidFill>
                <a:ea typeface="Microsoft YaHei" panose="020B0503020204020204" charset="-122"/>
              </a:rPr>
              <a:t>раніше, при запуску через </a:t>
            </a:r>
            <a:r>
              <a:rPr lang="en-US" altLang="en-US" sz="1800" dirty="0" err="1">
                <a:solidFill>
                  <a:schemeClr val="tx1"/>
                </a:solidFill>
                <a:ea typeface="Microsoft YaHei" panose="020B0503020204020204" charset="-122"/>
              </a:rPr>
              <a:t>F5</a:t>
            </a:r>
            <a:r>
              <a:rPr lang="uk-UA" altLang="en-US" sz="1800" dirty="0" err="1">
                <a:solidFill>
                  <a:schemeClr val="tx1"/>
                </a:solidFill>
                <a:ea typeface="Microsoft YaHei" panose="020B0503020204020204" charset="-122"/>
              </a:rPr>
              <a:t> </a:t>
            </a:r>
            <a:r>
              <a:rPr lang="en-US" altLang="en-US" sz="1800" dirty="0" err="1">
                <a:solidFill>
                  <a:schemeClr val="tx1"/>
                </a:solidFill>
                <a:ea typeface="Microsoft YaHei" panose="020B0503020204020204" charset="-122"/>
              </a:rPr>
              <a:t>/</a:t>
            </a:r>
            <a:r>
              <a:rPr lang="uk-UA" altLang="en-US" sz="1800" dirty="0" err="1">
                <a:solidFill>
                  <a:schemeClr val="tx1"/>
                </a:solidFill>
                <a:ea typeface="Microsoft YaHei" panose="020B0503020204020204" charset="-122"/>
              </a:rPr>
              <a:t> </a:t>
            </a:r>
            <a:r>
              <a:rPr lang="en-US" altLang="en-US" sz="1800" dirty="0" err="1">
                <a:solidFill>
                  <a:schemeClr val="tx1"/>
                </a:solidFill>
                <a:ea typeface="Microsoft YaHei" panose="020B0503020204020204" charset="-122"/>
              </a:rPr>
              <a:t>Ctrl + F5</a:t>
            </a:r>
            <a:r>
              <a:rPr lang="uk-UA" altLang="en-US" sz="1800" dirty="0" err="1">
                <a:solidFill>
                  <a:schemeClr val="tx1"/>
                </a:solidFill>
                <a:ea typeface="Microsoft YaHei" panose="020B0503020204020204" charset="-122"/>
              </a:rPr>
              <a:t>, завантажувалася красива клієнтська сторінка </a:t>
            </a:r>
            <a:r>
              <a:rPr lang="en-US" altLang="en-US" sz="1800" dirty="0" err="1">
                <a:solidFill>
                  <a:schemeClr val="tx1"/>
                </a:solidFill>
                <a:ea typeface="Microsoft YaHei" panose="020B0503020204020204" charset="-122"/>
              </a:rPr>
              <a:t>Swagger</a:t>
            </a:r>
            <a:r>
              <a:rPr lang="uk-UA" altLang="en-US" sz="1800" dirty="0" err="1">
                <a:solidFill>
                  <a:schemeClr val="tx1"/>
                </a:solidFill>
                <a:ea typeface="Microsoft YaHei" panose="020B0503020204020204" charset="-122"/>
              </a:rPr>
              <a:t> </a:t>
            </a:r>
            <a:r>
              <a:rPr lang="en-US" altLang="en-US" sz="1800" dirty="0" err="1">
                <a:solidFill>
                  <a:schemeClr val="tx1"/>
                </a:solidFill>
                <a:ea typeface="Microsoft YaHei" panose="020B0503020204020204" charset="-122"/>
              </a:rPr>
              <a:t>UI</a:t>
            </a:r>
            <a:r>
              <a:rPr lang="uk-UA" altLang="en-US" sz="1800" dirty="0" err="1">
                <a:solidFill>
                  <a:schemeClr val="tx1"/>
                </a:solidFill>
                <a:ea typeface="Microsoft YaHei" panose="020B0503020204020204" charset="-122"/>
              </a:rPr>
              <a:t>, де можна було</a:t>
            </a:r>
            <a:r>
              <a:rPr lang="en-US" altLang="uk-UA" sz="1800" dirty="0" err="1">
                <a:solidFill>
                  <a:schemeClr val="tx1"/>
                </a:solidFill>
                <a:ea typeface="Microsoft YaHei" panose="020B0503020204020204" charset="-122"/>
              </a:rPr>
              <a:t> </a:t>
            </a:r>
            <a:r>
              <a:rPr lang="uk-UA" altLang="uk-UA" sz="1800" dirty="0" err="1">
                <a:solidFill>
                  <a:schemeClr val="tx1"/>
                </a:solidFill>
                <a:ea typeface="Microsoft YaHei" panose="020B0503020204020204" charset="-122"/>
              </a:rPr>
              <a:t>швиденько потестувати запити до </a:t>
            </a:r>
            <a:r>
              <a:rPr lang="en-US" altLang="uk-UA" sz="1800" dirty="0" err="1">
                <a:solidFill>
                  <a:schemeClr val="tx1"/>
                </a:solidFill>
                <a:ea typeface="Microsoft YaHei" panose="020B0503020204020204" charset="-122"/>
              </a:rPr>
              <a:t>API</a:t>
            </a:r>
            <a:r>
              <a:rPr lang="uk-UA" altLang="en-US" sz="1800" dirty="0" err="1">
                <a:solidFill>
                  <a:schemeClr val="tx1"/>
                </a:solidFill>
                <a:ea typeface="Microsoft YaHei" panose="020B0503020204020204" charset="-122"/>
              </a:rPr>
              <a:t>...</a:t>
            </a:r>
            <a:endParaRPr lang="en-US" altLang="uk-UA" sz="1800" dirty="0" err="1">
              <a:solidFill>
                <a:schemeClr val="tx1"/>
              </a:solidFill>
              <a:ea typeface="Microsoft YaHei" panose="020B0503020204020204" charset="-122"/>
            </a:endParaRPr>
          </a:p>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en-US" sz="1800" dirty="0" err="1">
                <a:solidFill>
                  <a:schemeClr val="tx1"/>
                </a:solidFill>
                <a:ea typeface="Microsoft YaHei" panose="020B0503020204020204" charset="-122"/>
              </a:rPr>
              <a:t>але, п</a:t>
            </a:r>
            <a:r>
              <a:rPr lang="en-US" altLang="en-US" sz="1800" dirty="0" err="1">
                <a:solidFill>
                  <a:schemeClr val="tx1"/>
                </a:solidFill>
                <a:ea typeface="Microsoft YaHei" panose="020B0503020204020204" charset="-122"/>
              </a:rPr>
              <a:t>очинаючи з ASP.NET Core 9 (реліз у листопаді 2024 року), Microsoft навмисно видалила вбудовану підтримку Swagger UI </a:t>
            </a:r>
            <a:r>
              <a:rPr lang="uk-UA" altLang="en-US" sz="1800" dirty="0" err="1">
                <a:solidFill>
                  <a:schemeClr val="tx1"/>
                </a:solidFill>
                <a:ea typeface="Microsoft YaHei" panose="020B0503020204020204" charset="-122"/>
              </a:rPr>
              <a:t>               </a:t>
            </a:r>
            <a:r>
              <a:rPr lang="en-US" altLang="en-US" sz="1800" dirty="0" err="1">
                <a:solidFill>
                  <a:schemeClr val="tx1"/>
                </a:solidFill>
                <a:ea typeface="Microsoft YaHei" panose="020B0503020204020204" charset="-122"/>
              </a:rPr>
              <a:t>(з пакету Swashbuckle.AspNetCore) з шаблонів проєктів Web API</a:t>
            </a:r>
            <a:r>
              <a:rPr lang="uk-UA" altLang="en-US" sz="1800" dirty="0" err="1">
                <a:solidFill>
                  <a:schemeClr val="tx1"/>
                </a:solidFill>
                <a:ea typeface="Microsoft YaHei" panose="020B0503020204020204" charset="-122"/>
              </a:rPr>
              <a:t>, і т</a:t>
            </a:r>
            <a:r>
              <a:rPr lang="en-US" altLang="en-US" sz="1800" dirty="0" err="1">
                <a:solidFill>
                  <a:schemeClr val="tx1"/>
                </a:solidFill>
                <a:ea typeface="Microsoft YaHei" panose="020B0503020204020204" charset="-122"/>
              </a:rPr>
              <a:t>епер шаблон використовує лише вбудований генератор OpenAPI-документу через builder.Services.AddOpenApi() та app.MapOpenApi()</a:t>
            </a:r>
            <a:endParaRPr lang="en-US" altLang="en-US" sz="1800" dirty="0" err="1">
              <a:solidFill>
                <a:schemeClr val="tx1"/>
              </a:solidFill>
              <a:ea typeface="Microsoft YaHei" panose="020B0503020204020204" charset="-122"/>
            </a:endParaRPr>
          </a:p>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800" dirty="0" err="1">
                <a:solidFill>
                  <a:schemeClr val="tx1"/>
                </a:solidFill>
                <a:ea typeface="Microsoft YaHei" panose="020B0503020204020204" charset="-122"/>
              </a:rPr>
              <a:t>Swashbuckle.AspNetCore (який надавав Swagger UI) тривалий час </a:t>
            </a:r>
            <a:r>
              <a:rPr lang="uk-UA" altLang="en-US" sz="1800" dirty="0" err="1">
                <a:solidFill>
                  <a:schemeClr val="tx1"/>
                </a:solidFill>
                <a:ea typeface="Microsoft YaHei" panose="020B0503020204020204" charset="-122"/>
              </a:rPr>
              <a:t>   </a:t>
            </a:r>
            <a:r>
              <a:rPr lang="en-US" altLang="en-US" sz="1800" dirty="0" err="1">
                <a:solidFill>
                  <a:schemeClr val="tx1"/>
                </a:solidFill>
                <a:ea typeface="Microsoft YaHei" panose="020B0503020204020204" charset="-122"/>
              </a:rPr>
              <a:t>не отримував активного оновлення від власника спільноти</a:t>
            </a:r>
            <a:r>
              <a:rPr lang="uk-UA" altLang="en-US" sz="1800" dirty="0" err="1">
                <a:solidFill>
                  <a:schemeClr val="tx1"/>
                </a:solidFill>
                <a:ea typeface="Microsoft YaHei" panose="020B0503020204020204" charset="-122"/>
              </a:rPr>
              <a:t>, н</a:t>
            </a:r>
            <a:r>
              <a:rPr lang="en-US" altLang="en-US" sz="1800" dirty="0" err="1">
                <a:solidFill>
                  <a:schemeClr val="tx1"/>
                </a:solidFill>
                <a:ea typeface="Microsoft YaHei" panose="020B0503020204020204" charset="-122"/>
              </a:rPr>
              <a:t>е було релізу для .NET 8, накопичилися нерозв'язані issues</a:t>
            </a:r>
            <a:endParaRPr lang="en-US" altLang="en-US" sz="1800" dirty="0" err="1">
              <a:solidFill>
                <a:schemeClr val="tx1"/>
              </a:solidFill>
              <a:ea typeface="Microsoft YaHei" panose="020B0503020204020204" charset="-122"/>
            </a:endParaRPr>
          </a:p>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800" dirty="0" err="1">
                <a:solidFill>
                  <a:schemeClr val="tx1"/>
                </a:solidFill>
                <a:ea typeface="Microsoft YaHei" panose="020B0503020204020204" charset="-122"/>
              </a:rPr>
              <a:t>Microsoft вирішила не залежати від third-party пакетів для базової функціональності</a:t>
            </a:r>
            <a:r>
              <a:rPr lang="uk-UA" altLang="en-US" sz="1800" dirty="0" err="1">
                <a:solidFill>
                  <a:schemeClr val="tx1"/>
                </a:solidFill>
                <a:ea typeface="Microsoft YaHei" panose="020B0503020204020204" charset="-122"/>
              </a:rPr>
              <a:t>, і з</a:t>
            </a:r>
            <a:r>
              <a:rPr lang="en-US" altLang="en-US" sz="1800" dirty="0" err="1">
                <a:solidFill>
                  <a:schemeClr val="tx1"/>
                </a:solidFill>
                <a:ea typeface="Microsoft YaHei" panose="020B0503020204020204" charset="-122"/>
              </a:rPr>
              <a:t>амість </a:t>
            </a:r>
            <a:r>
              <a:rPr lang="uk-UA" altLang="en-US" sz="1800" dirty="0" err="1">
                <a:solidFill>
                  <a:schemeClr val="tx1"/>
                </a:solidFill>
                <a:ea typeface="Microsoft YaHei" panose="020B0503020204020204" charset="-122"/>
              </a:rPr>
              <a:t>цього </a:t>
            </a:r>
            <a:r>
              <a:rPr lang="en-US" altLang="en-US" sz="1800" dirty="0" err="1">
                <a:solidFill>
                  <a:schemeClr val="tx1"/>
                </a:solidFill>
                <a:ea typeface="Microsoft YaHei" panose="020B0503020204020204" charset="-122"/>
              </a:rPr>
              <a:t>ввели власний пакет Microsoft.AspNetCore.OpenApi — він генерує OpenAPI-документ (JSON за шляхом /openapi/v1.json) нативно, без зовнішніх залежностей</a:t>
            </a:r>
            <a:endParaRPr lang="en-US" altLang="en-US" sz="1800" dirty="0" err="1">
              <a:solidFill>
                <a:schemeClr val="tx1"/>
              </a:solidFill>
              <a:ea typeface="Microsoft YaHei" panose="020B0503020204020204" charset="-122"/>
            </a:endParaRPr>
          </a:p>
        </p:txBody>
      </p:sp>
    </p:spTree>
  </p:cSld>
  <p:clrMapOvr>
    <a:masterClrMapping/>
  </p:clrMapOvr>
  <p:transition spd="med"/>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Text Box 614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4200" dirty="0" err="1">
                <a:solidFill>
                  <a:schemeClr val="bg1"/>
                </a:solidFill>
                <a:sym typeface="+mn-ea"/>
              </a:rPr>
              <a:t>/openapi/v1.json</a:t>
            </a:r>
            <a:endParaRPr lang="en-US" altLang="en-US" sz="4200" dirty="0" err="1">
              <a:solidFill>
                <a:schemeClr val="bg1"/>
              </a:solidFill>
              <a:ea typeface="Microsoft YaHei" panose="020B0503020204020204" charset="-122"/>
              <a:sym typeface="+mn-ea"/>
            </a:endParaRPr>
          </a:p>
        </p:txBody>
      </p:sp>
      <p:sp>
        <p:nvSpPr>
          <p:cNvPr id="6146" name="Text Box 6145"/>
          <p:cNvSpPr txBox="1"/>
          <p:nvPr/>
        </p:nvSpPr>
        <p:spPr>
          <a:xfrm>
            <a:off x="515620" y="1430655"/>
            <a:ext cx="8053705" cy="4419600"/>
          </a:xfrm>
          <a:prstGeom prst="rect">
            <a:avLst/>
          </a:prstGeom>
          <a:noFill/>
          <a:ln w="9525">
            <a:noFill/>
          </a:ln>
        </p:spPr>
        <p:txBody>
          <a:bodyPr wrap="square" lIns="91440" tIns="45720" rIns="91440" bIns="45720" anchor="t" anchorCtr="0"/>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ru-RU" sz="2300" b="1" dirty="0" err="1">
                <a:solidFill>
                  <a:srgbClr val="000000"/>
                </a:solidFill>
                <a:ea typeface="Microsoft YaHei" panose="020B0503020204020204" charset="-122"/>
              </a:rPr>
              <a:t>придивіться, який порт сервера в консолі:</a:t>
            </a:r>
            <a:endParaRPr lang="uk-UA" altLang="ru-RU" sz="2300" b="1" dirty="0" err="1">
              <a:solidFill>
                <a:srgbClr val="000000"/>
              </a:solidFill>
              <a:ea typeface="Microsoft YaHei" panose="020B0503020204020204" charset="-122"/>
            </a:endParaRPr>
          </a:p>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uk-UA" altLang="ru-RU" sz="2300" b="1" dirty="0" err="1">
              <a:solidFill>
                <a:srgbClr val="000000"/>
              </a:solidFill>
              <a:ea typeface="Microsoft YaHei" panose="020B0503020204020204" charset="-122"/>
            </a:endParaRPr>
          </a:p>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uk-UA" altLang="ru-RU" sz="2300" b="1" dirty="0" err="1">
              <a:solidFill>
                <a:srgbClr val="000000"/>
              </a:solidFill>
              <a:ea typeface="Microsoft YaHei" panose="020B0503020204020204" charset="-122"/>
            </a:endParaRPr>
          </a:p>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uk-UA" altLang="ru-RU" sz="2300" b="1" dirty="0" err="1">
              <a:solidFill>
                <a:srgbClr val="000000"/>
              </a:solidFill>
              <a:ea typeface="Microsoft YaHei" panose="020B0503020204020204" charset="-122"/>
            </a:endParaRPr>
          </a:p>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uk-UA" altLang="ru-RU" sz="2300" b="1" dirty="0" err="1">
              <a:solidFill>
                <a:srgbClr val="000000"/>
              </a:solidFill>
              <a:ea typeface="Microsoft YaHei" panose="020B0503020204020204" charset="-122"/>
            </a:endParaRPr>
          </a:p>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uk-UA" altLang="ru-RU" sz="2300" b="1" dirty="0" err="1">
              <a:solidFill>
                <a:srgbClr val="000000"/>
              </a:solidFill>
              <a:ea typeface="Microsoft YaHei" panose="020B0503020204020204" charset="-122"/>
            </a:endParaRPr>
          </a:p>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uk-UA" altLang="ru-RU" sz="2300" b="1" dirty="0" err="1">
              <a:solidFill>
                <a:srgbClr val="000000"/>
              </a:solidFill>
              <a:ea typeface="Microsoft YaHei" panose="020B0503020204020204" charset="-122"/>
            </a:endParaRPr>
          </a:p>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uk-UA" altLang="ru-RU" sz="2300" b="1" dirty="0" err="1">
              <a:solidFill>
                <a:srgbClr val="000000"/>
              </a:solidFill>
              <a:ea typeface="Microsoft YaHei" panose="020B0503020204020204" charset="-122"/>
            </a:endParaRPr>
          </a:p>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ru-RU" sz="2300" b="1" dirty="0" err="1">
                <a:solidFill>
                  <a:srgbClr val="000000"/>
                </a:solidFill>
                <a:ea typeface="Microsoft YaHei" panose="020B0503020204020204" charset="-122"/>
              </a:rPr>
              <a:t>побачити цей </a:t>
            </a:r>
            <a:r>
              <a:rPr lang="en-US" altLang="en-US" sz="2300" b="1" dirty="0" err="1">
                <a:solidFill>
                  <a:schemeClr val="tx1"/>
                </a:solidFill>
                <a:sym typeface="+mn-ea"/>
              </a:rPr>
              <a:t>OpenAPI-документ</a:t>
            </a:r>
            <a:r>
              <a:rPr lang="uk-UA" altLang="en-US" sz="2300" b="1" dirty="0" err="1">
                <a:solidFill>
                  <a:schemeClr val="tx1"/>
                </a:solidFill>
                <a:sym typeface="+mn-ea"/>
              </a:rPr>
              <a:t> </a:t>
            </a:r>
            <a:r>
              <a:rPr lang="uk-UA" altLang="ru-RU" sz="2300" b="1" dirty="0" err="1">
                <a:solidFill>
                  <a:srgbClr val="000000"/>
                </a:solidFill>
                <a:ea typeface="Microsoft YaHei" panose="020B0503020204020204" charset="-122"/>
              </a:rPr>
              <a:t>можна,             якщо перейти за посиланням: </a:t>
            </a:r>
            <a:r>
              <a:rPr lang="en-US" altLang="en-US" sz="2300" b="1" dirty="0" err="1">
                <a:solidFill>
                  <a:srgbClr val="0070C0"/>
                </a:solidFill>
                <a:ea typeface="Microsoft YaHei" panose="020B0503020204020204" charset="-122"/>
                <a:hlinkClick r:id="rId1" action="ppaction://hlinkfile"/>
              </a:rPr>
              <a:t>https://localhost:7029/openapi/v1.json</a:t>
            </a:r>
            <a:endParaRPr lang="en-US" altLang="en-US" sz="2300" b="1" dirty="0" err="1">
              <a:solidFill>
                <a:srgbClr val="000000"/>
              </a:solidFill>
              <a:ea typeface="Microsoft YaHei" panose="020B0503020204020204" charset="-122"/>
            </a:endParaRPr>
          </a:p>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en-US" sz="2300" b="1" dirty="0" err="1">
                <a:solidFill>
                  <a:srgbClr val="000000"/>
                </a:solidFill>
                <a:ea typeface="Microsoft YaHei" panose="020B0503020204020204" charset="-122"/>
              </a:rPr>
              <a:t>запит до контролера: </a:t>
            </a:r>
            <a:r>
              <a:rPr lang="en-US" altLang="en-US" sz="2300" b="1" dirty="0" err="1">
                <a:solidFill>
                  <a:srgbClr val="000000"/>
                </a:solidFill>
                <a:ea typeface="Microsoft YaHei" panose="020B0503020204020204" charset="-122"/>
                <a:hlinkClick r:id="rId2" action="ppaction://hlinkfile"/>
              </a:rPr>
              <a:t>https://localhost:7029/WeatherForecast</a:t>
            </a:r>
            <a:endParaRPr lang="en-US" altLang="en-US" sz="2300" b="1" dirty="0" err="1">
              <a:solidFill>
                <a:srgbClr val="000000"/>
              </a:solidFill>
              <a:ea typeface="Microsoft YaHei" panose="020B0503020204020204" charset="-122"/>
            </a:endParaRPr>
          </a:p>
        </p:txBody>
      </p:sp>
      <p:pic>
        <p:nvPicPr>
          <p:cNvPr id="2" name="Picture 1"/>
          <p:cNvPicPr>
            <a:picLocks noChangeAspect="1"/>
          </p:cNvPicPr>
          <p:nvPr/>
        </p:nvPicPr>
        <p:blipFill>
          <a:blip r:embed="rId3"/>
          <a:stretch>
            <a:fillRect/>
          </a:stretch>
        </p:blipFill>
        <p:spPr>
          <a:xfrm>
            <a:off x="474345" y="1877695"/>
            <a:ext cx="8105775" cy="2390775"/>
          </a:xfrm>
          <a:prstGeom prst="rect">
            <a:avLst/>
          </a:prstGeom>
        </p:spPr>
      </p:pic>
    </p:spTree>
  </p:cSld>
  <p:clrMapOvr>
    <a:masterClrMapping/>
  </p:clrMapOvr>
  <p:transition spd="med"/>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Text Box 614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ru-RU" sz="4200" dirty="0" err="1">
                <a:solidFill>
                  <a:srgbClr val="FFFFFF"/>
                </a:solidFill>
                <a:ea typeface="Microsoft YaHei" panose="020B0503020204020204" charset="-122"/>
              </a:rPr>
              <a:t>Swagger.io</a:t>
            </a:r>
            <a:endParaRPr lang="en-US" altLang="ru-RU" sz="4200" dirty="0" err="1">
              <a:solidFill>
                <a:srgbClr val="FFFFFF"/>
              </a:solidFill>
              <a:ea typeface="Microsoft YaHei" panose="020B0503020204020204" charset="-122"/>
            </a:endParaRPr>
          </a:p>
        </p:txBody>
      </p:sp>
      <p:sp>
        <p:nvSpPr>
          <p:cNvPr id="6146" name="Text Box 6145"/>
          <p:cNvSpPr txBox="1"/>
          <p:nvPr/>
        </p:nvSpPr>
        <p:spPr>
          <a:xfrm>
            <a:off x="515620" y="1430655"/>
            <a:ext cx="8053705" cy="4419600"/>
          </a:xfrm>
          <a:prstGeom prst="rect">
            <a:avLst/>
          </a:prstGeom>
          <a:noFill/>
          <a:ln w="9525">
            <a:noFill/>
          </a:ln>
        </p:spPr>
        <p:txBody>
          <a:bodyPr wrap="square" lIns="91440" tIns="45720" rIns="91440" bIns="45720" anchor="t" anchorCtr="0"/>
          <a:p>
            <a:pPr defTabSz="457200">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700" b="1" dirty="0" err="1">
                <a:solidFill>
                  <a:srgbClr val="0070C0"/>
                </a:solidFill>
                <a:ea typeface="Microsoft YaHei" panose="020B0503020204020204" charset="-122"/>
                <a:hlinkClick r:id="rId1" action="ppaction://hlinkfile"/>
              </a:rPr>
              <a:t>https://swagger.io/</a:t>
            </a:r>
            <a:r>
              <a:rPr lang="en-US" altLang="en-US" sz="1700" dirty="0" err="1">
                <a:solidFill>
                  <a:srgbClr val="000000"/>
                </a:solidFill>
                <a:ea typeface="Microsoft YaHei" panose="020B0503020204020204" charset="-122"/>
              </a:rPr>
              <a:t> - це офіційний сайт і бренд екосистеми інструментів      для роботи з OpenAPI Specification, яка є світовим стандартом для опису RESTful API.</a:t>
            </a:r>
            <a:endParaRPr lang="en-US" altLang="en-US" sz="1700" dirty="0" err="1">
              <a:solidFill>
                <a:srgbClr val="000000"/>
              </a:solidFill>
              <a:ea typeface="Microsoft YaHei" panose="020B0503020204020204" charset="-122"/>
            </a:endParaRPr>
          </a:p>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700" dirty="0" err="1">
                <a:solidFill>
                  <a:srgbClr val="000000"/>
                </a:solidFill>
                <a:ea typeface="Microsoft YaHei" panose="020B0503020204020204" charset="-122"/>
              </a:rPr>
              <a:t>Swagger — це назва інструментів і специфікації, створеної в 2010-х роках компанією, яку пізніше придбала SmartBear Software</a:t>
            </a:r>
            <a:endParaRPr lang="en-US" altLang="en-US" sz="1700" dirty="0" err="1">
              <a:solidFill>
                <a:srgbClr val="000000"/>
              </a:solidFill>
              <a:ea typeface="Microsoft YaHei" panose="020B0503020204020204" charset="-122"/>
            </a:endParaRPr>
          </a:p>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700" dirty="0" err="1">
                <a:solidFill>
                  <a:srgbClr val="000000"/>
                </a:solidFill>
                <a:ea typeface="Microsoft YaHei" panose="020B0503020204020204" charset="-122"/>
              </a:rPr>
              <a:t>У 2015 році специфікацію передали в OpenAPI Initiative (під Linux Foundation), і вона стала називатися OpenAPI Specification</a:t>
            </a:r>
            <a:endParaRPr lang="en-US" altLang="en-US" sz="1700" dirty="0" err="1">
              <a:solidFill>
                <a:srgbClr val="000000"/>
              </a:solidFill>
              <a:ea typeface="Microsoft YaHei" panose="020B0503020204020204" charset="-122"/>
            </a:endParaRPr>
          </a:p>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700" dirty="0" err="1">
                <a:solidFill>
                  <a:srgbClr val="000000"/>
                </a:solidFill>
                <a:ea typeface="Microsoft YaHei" panose="020B0503020204020204" charset="-122"/>
              </a:rPr>
              <a:t>Swagger UI — інтерактивна документація для візуалізації та тестування API (найпопулярніший інструмент для відображення OpenAPI-документів)</a:t>
            </a:r>
            <a:endParaRPr lang="en-US" altLang="en-US" sz="1700" dirty="0" err="1">
              <a:solidFill>
                <a:srgbClr val="000000"/>
              </a:solidFill>
              <a:ea typeface="Microsoft YaHei" panose="020B0503020204020204" charset="-122"/>
            </a:endParaRPr>
          </a:p>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700" dirty="0" err="1">
                <a:solidFill>
                  <a:srgbClr val="000000"/>
                </a:solidFill>
                <a:ea typeface="Microsoft YaHei" panose="020B0503020204020204" charset="-122"/>
              </a:rPr>
              <a:t>Станом на 2026 </a:t>
            </a:r>
            <a:r>
              <a:rPr lang="uk-UA" altLang="en-US" sz="1700" dirty="0" err="1">
                <a:solidFill>
                  <a:srgbClr val="000000"/>
                </a:solidFill>
                <a:ea typeface="Microsoft YaHei" panose="020B0503020204020204" charset="-122"/>
              </a:rPr>
              <a:t>рік </a:t>
            </a:r>
            <a:r>
              <a:rPr lang="en-US" altLang="en-US" sz="1700" dirty="0" err="1">
                <a:solidFill>
                  <a:srgbClr val="000000"/>
                </a:solidFill>
                <a:ea typeface="Microsoft YaHei" panose="020B0503020204020204" charset="-122"/>
              </a:rPr>
              <a:t>екосистема Swagger залишається актуальною і активно розвивається</a:t>
            </a:r>
            <a:r>
              <a:rPr lang="uk-UA" altLang="en-US" sz="1700" dirty="0" err="1">
                <a:solidFill>
                  <a:srgbClr val="000000"/>
                </a:solidFill>
                <a:ea typeface="Microsoft YaHei" panose="020B0503020204020204" charset="-122"/>
              </a:rPr>
              <a:t>, але, з</a:t>
            </a:r>
            <a:r>
              <a:rPr lang="en-US" altLang="en-US" sz="1700" dirty="0" err="1">
                <a:solidFill>
                  <a:srgbClr val="000000"/>
                </a:solidFill>
                <a:ea typeface="Microsoft YaHei" panose="020B0503020204020204" charset="-122"/>
              </a:rPr>
              <a:t>'явилися сучасні альтернативи для UI:</a:t>
            </a:r>
            <a:endParaRPr lang="en-US" altLang="en-US" sz="1700" dirty="0" err="1">
              <a:solidFill>
                <a:srgbClr val="000000"/>
              </a:solidFill>
              <a:ea typeface="Microsoft YaHei" panose="020B0503020204020204" charset="-122"/>
            </a:endParaRPr>
          </a:p>
          <a:p>
            <a:pPr marL="800100" lvl="1"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700" b="1" dirty="0" err="1">
                <a:solidFill>
                  <a:srgbClr val="000000"/>
                </a:solidFill>
                <a:ea typeface="Microsoft YaHei" panose="020B0503020204020204" charset="-122"/>
              </a:rPr>
              <a:t>Scalar </a:t>
            </a:r>
            <a:r>
              <a:rPr lang="en-US" altLang="en-US" sz="1700" dirty="0" err="1">
                <a:solidFill>
                  <a:srgbClr val="000000"/>
                </a:solidFill>
                <a:ea typeface="Microsoft YaHei" panose="020B0503020204020204" charset="-122"/>
              </a:rPr>
              <a:t>(</a:t>
            </a:r>
            <a:r>
              <a:rPr lang="uk-UA" altLang="en-US" sz="1700" dirty="0" err="1">
                <a:solidFill>
                  <a:srgbClr val="000000"/>
                </a:solidFill>
                <a:ea typeface="Microsoft YaHei" panose="020B0503020204020204" charset="-122"/>
              </a:rPr>
              <a:t>наразі </a:t>
            </a:r>
            <a:r>
              <a:rPr lang="en-US" altLang="en-US" sz="1700" dirty="0" err="1">
                <a:solidFill>
                  <a:srgbClr val="000000"/>
                </a:solidFill>
                <a:ea typeface="Microsoft YaHei" panose="020B0503020204020204" charset="-122"/>
              </a:rPr>
              <a:t>рекомендований Microsoft для .NET) — сучасніший дизайн, темна тема, генерація коду клієнтів</a:t>
            </a:r>
            <a:endParaRPr lang="en-US" altLang="en-US" sz="1700" dirty="0" err="1">
              <a:solidFill>
                <a:srgbClr val="000000"/>
              </a:solidFill>
              <a:ea typeface="Microsoft YaHei" panose="020B0503020204020204" charset="-122"/>
            </a:endParaRPr>
          </a:p>
          <a:p>
            <a:pPr marL="800100" lvl="1"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700" b="1" dirty="0" err="1">
                <a:solidFill>
                  <a:srgbClr val="000000"/>
                </a:solidFill>
                <a:ea typeface="Microsoft YaHei" panose="020B0503020204020204" charset="-122"/>
              </a:rPr>
              <a:t>Redoc </a:t>
            </a:r>
            <a:r>
              <a:rPr lang="en-US" altLang="en-US" sz="1700" dirty="0" err="1">
                <a:solidFill>
                  <a:srgbClr val="000000"/>
                </a:solidFill>
                <a:ea typeface="Microsoft YaHei" panose="020B0503020204020204" charset="-122"/>
              </a:rPr>
              <a:t>/ Redocly — красива</a:t>
            </a:r>
            <a:r>
              <a:rPr lang="uk-UA" altLang="en-US" sz="1700" dirty="0" err="1">
                <a:solidFill>
                  <a:srgbClr val="000000"/>
                </a:solidFill>
                <a:ea typeface="Microsoft YaHei" panose="020B0503020204020204" charset="-122"/>
              </a:rPr>
              <a:t> </a:t>
            </a:r>
            <a:r>
              <a:rPr lang="en-US" altLang="en-US" sz="1700" dirty="0" err="1">
                <a:solidFill>
                  <a:srgbClr val="000000"/>
                </a:solidFill>
                <a:ea typeface="Microsoft YaHei" panose="020B0503020204020204" charset="-122"/>
              </a:rPr>
              <a:t>документація, фокус на читабельність</a:t>
            </a:r>
            <a:endParaRPr lang="en-US" altLang="en-US" sz="1700" dirty="0" err="1">
              <a:solidFill>
                <a:srgbClr val="000000"/>
              </a:solidFill>
              <a:ea typeface="Microsoft YaHei" panose="020B0503020204020204" charset="-122"/>
            </a:endParaRPr>
          </a:p>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en-US" sz="1700" dirty="0" err="1">
                <a:solidFill>
                  <a:srgbClr val="000000"/>
                </a:solidFill>
                <a:ea typeface="Microsoft YaHei" panose="020B0503020204020204" charset="-122"/>
              </a:rPr>
              <a:t>Власне, ч</a:t>
            </a:r>
            <a:r>
              <a:rPr lang="en-US" altLang="en-US" sz="1700" dirty="0" err="1">
                <a:solidFill>
                  <a:srgbClr val="000000"/>
                </a:solidFill>
                <a:ea typeface="Microsoft YaHei" panose="020B0503020204020204" charset="-122"/>
              </a:rPr>
              <a:t>ерез це в деяких фреймворках (наприклад, .NET 9+ з 2024) </a:t>
            </a:r>
            <a:r>
              <a:rPr lang="uk-UA" altLang="en-US" sz="1700" dirty="0" err="1">
                <a:solidFill>
                  <a:srgbClr val="000000"/>
                </a:solidFill>
                <a:ea typeface="Microsoft YaHei" panose="020B0503020204020204" charset="-122"/>
              </a:rPr>
              <a:t>       й </a:t>
            </a:r>
            <a:r>
              <a:rPr lang="en-US" altLang="en-US" sz="1700" dirty="0" err="1">
                <a:solidFill>
                  <a:srgbClr val="000000"/>
                </a:solidFill>
                <a:ea typeface="Microsoft YaHei" panose="020B0503020204020204" charset="-122"/>
              </a:rPr>
              <a:t>прибрали Swagger UI з шаблонів за замовчуванням, перейшовши</a:t>
            </a:r>
            <a:r>
              <a:rPr lang="uk-UA" altLang="en-US" sz="1700" dirty="0" err="1">
                <a:solidFill>
                  <a:srgbClr val="000000"/>
                </a:solidFill>
                <a:ea typeface="Microsoft YaHei" panose="020B0503020204020204" charset="-122"/>
              </a:rPr>
              <a:t>        </a:t>
            </a:r>
            <a:r>
              <a:rPr lang="en-US" altLang="en-US" sz="1700" dirty="0" err="1">
                <a:solidFill>
                  <a:srgbClr val="000000"/>
                </a:solidFill>
                <a:ea typeface="Microsoft YaHei" panose="020B0503020204020204" charset="-122"/>
              </a:rPr>
              <a:t> на вбудовану генерацію OpenAPI-документу + вибір UI (Scalar тощо)</a:t>
            </a:r>
            <a:endParaRPr lang="en-US" altLang="en-US" sz="1700" dirty="0" err="1">
              <a:solidFill>
                <a:srgbClr val="000000"/>
              </a:solidFill>
              <a:ea typeface="Microsoft YaHei" panose="020B0503020204020204" charset="-122"/>
            </a:endParaRPr>
          </a:p>
        </p:txBody>
      </p:sp>
    </p:spTree>
  </p:cSld>
  <p:clrMapOvr>
    <a:masterClrMapping/>
  </p:clrMapOvr>
  <p:transition spd="med"/>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Text Box 614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ru-RU" sz="4200" dirty="0" err="1">
                <a:solidFill>
                  <a:srgbClr val="FFFFFF"/>
                </a:solidFill>
                <a:ea typeface="Microsoft YaHei" panose="020B0503020204020204" charset="-122"/>
              </a:rPr>
              <a:t>Swagger UI</a:t>
            </a:r>
            <a:endParaRPr lang="en-US" altLang="ru-RU" sz="4200" dirty="0" err="1">
              <a:solidFill>
                <a:srgbClr val="FFFFFF"/>
              </a:solidFill>
              <a:ea typeface="Microsoft YaHei" panose="020B0503020204020204" charset="-122"/>
            </a:endParaRPr>
          </a:p>
        </p:txBody>
      </p:sp>
      <p:sp>
        <p:nvSpPr>
          <p:cNvPr id="6146" name="Text Box 6145"/>
          <p:cNvSpPr txBox="1"/>
          <p:nvPr/>
        </p:nvSpPr>
        <p:spPr>
          <a:xfrm>
            <a:off x="515620" y="1430655"/>
            <a:ext cx="8053705" cy="4419600"/>
          </a:xfrm>
          <a:prstGeom prst="rect">
            <a:avLst/>
          </a:prstGeom>
          <a:noFill/>
          <a:ln w="9525">
            <a:noFill/>
          </a:ln>
        </p:spPr>
        <p:txBody>
          <a:bodyPr wrap="square" lIns="91440" tIns="45720" rIns="91440" bIns="45720" anchor="t" anchorCtr="0"/>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ru-RU" sz="2100" dirty="0" err="1">
                <a:solidFill>
                  <a:srgbClr val="000000"/>
                </a:solidFill>
                <a:ea typeface="Microsoft YaHei" panose="020B0503020204020204" charset="-122"/>
              </a:rPr>
              <a:t>щоб відчути трохи того крутого вайбу (свееееег), давайте спробуємо налаштувати</a:t>
            </a:r>
            <a:r>
              <a:rPr lang="en-US" altLang="uk-UA" sz="2100" dirty="0" err="1">
                <a:solidFill>
                  <a:srgbClr val="000000"/>
                </a:solidFill>
                <a:ea typeface="Microsoft YaHei" panose="020B0503020204020204" charset="-122"/>
              </a:rPr>
              <a:t> Swagger UI</a:t>
            </a:r>
            <a:r>
              <a:rPr lang="uk-UA" altLang="ru-RU" sz="2100" dirty="0" err="1">
                <a:solidFill>
                  <a:srgbClr val="000000"/>
                </a:solidFill>
                <a:ea typeface="Microsoft YaHei" panose="020B0503020204020204" charset="-122"/>
              </a:rPr>
              <a:t> </a:t>
            </a:r>
            <a:endParaRPr lang="uk-UA" altLang="ru-RU" sz="2100" dirty="0" err="1">
              <a:solidFill>
                <a:srgbClr val="000000"/>
              </a:solidFill>
              <a:ea typeface="Microsoft YaHei" panose="020B0503020204020204" charset="-122"/>
            </a:endParaRPr>
          </a:p>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ru-RU" sz="2100" dirty="0" err="1">
                <a:solidFill>
                  <a:srgbClr val="000000"/>
                </a:solidFill>
                <a:ea typeface="Microsoft YaHei" panose="020B0503020204020204" charset="-122"/>
              </a:rPr>
              <a:t>треба завантажити пакет </a:t>
            </a:r>
            <a:r>
              <a:rPr lang="en-US" altLang="en-US" sz="2100" b="1" dirty="0" err="1">
                <a:solidFill>
                  <a:srgbClr val="000000"/>
                </a:solidFill>
                <a:ea typeface="Microsoft YaHei" panose="020B0503020204020204" charset="-122"/>
              </a:rPr>
              <a:t>dotnet add package Swashbuckle.AspNetCore</a:t>
            </a:r>
            <a:r>
              <a:rPr lang="uk-UA" altLang="en-US" sz="2100" dirty="0" err="1">
                <a:solidFill>
                  <a:srgbClr val="000000"/>
                </a:solidFill>
                <a:ea typeface="Microsoft YaHei" panose="020B0503020204020204" charset="-122"/>
              </a:rPr>
              <a:t> (</a:t>
            </a:r>
            <a:r>
              <a:rPr lang="en-US" altLang="en-US" sz="2100" dirty="0" err="1">
                <a:solidFill>
                  <a:srgbClr val="000000"/>
                </a:solidFill>
                <a:ea typeface="Microsoft YaHei" panose="020B0503020204020204" charset="-122"/>
              </a:rPr>
              <a:t>View &gt; Terminal, </a:t>
            </a:r>
            <a:r>
              <a:rPr lang="uk-UA" altLang="en-US" sz="2100" dirty="0" err="1">
                <a:solidFill>
                  <a:srgbClr val="000000"/>
                </a:solidFill>
                <a:ea typeface="Microsoft YaHei" panose="020B0503020204020204" charset="-122"/>
              </a:rPr>
              <a:t>або через </a:t>
            </a:r>
            <a:r>
              <a:rPr lang="en-US" altLang="en-US" sz="2100" dirty="0" err="1">
                <a:solidFill>
                  <a:srgbClr val="000000"/>
                </a:solidFill>
                <a:ea typeface="Microsoft YaHei" panose="020B0503020204020204" charset="-122"/>
              </a:rPr>
              <a:t>Nuget)</a:t>
            </a:r>
            <a:endParaRPr lang="en-US" altLang="en-US" sz="2100" dirty="0" err="1">
              <a:solidFill>
                <a:srgbClr val="000000"/>
              </a:solidFill>
              <a:ea typeface="Microsoft YaHei" panose="020B0503020204020204" charset="-122"/>
            </a:endParaRPr>
          </a:p>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z="2100" dirty="0" err="1">
              <a:solidFill>
                <a:srgbClr val="000000"/>
              </a:solidFill>
              <a:ea typeface="Microsoft YaHei" panose="020B0503020204020204" charset="-122"/>
            </a:endParaRPr>
          </a:p>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z="2100" dirty="0" err="1">
              <a:solidFill>
                <a:srgbClr val="000000"/>
              </a:solidFill>
              <a:ea typeface="Microsoft YaHei" panose="020B0503020204020204" charset="-122"/>
            </a:endParaRPr>
          </a:p>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z="2100" dirty="0" err="1">
              <a:solidFill>
                <a:srgbClr val="000000"/>
              </a:solidFill>
              <a:ea typeface="Microsoft YaHei" panose="020B0503020204020204" charset="-122"/>
            </a:endParaRPr>
          </a:p>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en-US" sz="2100" dirty="0" err="1">
                <a:solidFill>
                  <a:srgbClr val="000000"/>
                </a:solidFill>
                <a:ea typeface="Microsoft YaHei" panose="020B0503020204020204" charset="-122"/>
              </a:rPr>
              <a:t>додаємо 4 рядки в </a:t>
            </a:r>
            <a:r>
              <a:rPr lang="en-US" altLang="en-US" sz="2100" b="1" dirty="0" err="1">
                <a:solidFill>
                  <a:srgbClr val="000000"/>
                </a:solidFill>
                <a:ea typeface="Microsoft YaHei" panose="020B0503020204020204" charset="-122"/>
              </a:rPr>
              <a:t>Program.cs </a:t>
            </a:r>
            <a:r>
              <a:rPr lang="uk-UA" altLang="en-US" sz="2100" dirty="0" err="1">
                <a:solidFill>
                  <a:srgbClr val="000000"/>
                </a:solidFill>
                <a:ea typeface="Microsoft YaHei" panose="020B0503020204020204" charset="-122"/>
              </a:rPr>
              <a:t>та </a:t>
            </a:r>
            <a:r>
              <a:rPr lang="uk-UA" altLang="en-US" sz="2100" dirty="0" err="1">
                <a:solidFill>
                  <a:srgbClr val="000000"/>
                </a:solidFill>
                <a:sym typeface="+mn-ea"/>
              </a:rPr>
              <a:t>налаштовуємо файл </a:t>
            </a:r>
            <a:r>
              <a:rPr lang="en-US" altLang="en-US" sz="2100" b="1" dirty="0" err="1">
                <a:solidFill>
                  <a:srgbClr val="000000"/>
                </a:solidFill>
                <a:sym typeface="+mn-ea"/>
              </a:rPr>
              <a:t>Properties / launchSettings.json</a:t>
            </a:r>
            <a:r>
              <a:rPr lang="en-US" altLang="en-US" sz="2100" dirty="0" err="1">
                <a:solidFill>
                  <a:srgbClr val="000000"/>
                </a:solidFill>
                <a:sym typeface="+mn-ea"/>
              </a:rPr>
              <a:t>: </a:t>
            </a:r>
            <a:r>
              <a:rPr lang="en-US" altLang="en-US" sz="3200" b="1" dirty="0" err="1">
                <a:solidFill>
                  <a:srgbClr val="000000"/>
                </a:solidFill>
                <a:ea typeface="Microsoft YaHei" panose="020B0503020204020204" charset="-122"/>
                <a:hlinkClick r:id="rId1" action="ppaction://hlinkfile"/>
              </a:rPr>
              <a:t>https://gist.github.com/sunmeat/fc781f9302888e1127ad5fcb12484367</a:t>
            </a:r>
            <a:endParaRPr lang="en-US" altLang="en-US" sz="2100" dirty="0" err="1">
              <a:solidFill>
                <a:srgbClr val="000000"/>
              </a:solidFill>
              <a:ea typeface="Microsoft YaHei" panose="020B0503020204020204" charset="-122"/>
              <a:hlinkClick r:id="rId1" action="ppaction://hlinkfile"/>
            </a:endParaRPr>
          </a:p>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z="2100" dirty="0" err="1">
              <a:solidFill>
                <a:srgbClr val="000000"/>
              </a:solidFill>
              <a:ea typeface="Microsoft YaHei" panose="020B0503020204020204" charset="-122"/>
            </a:endParaRPr>
          </a:p>
        </p:txBody>
      </p:sp>
      <p:pic>
        <p:nvPicPr>
          <p:cNvPr id="2" name="Picture 1"/>
          <p:cNvPicPr>
            <a:picLocks noChangeAspect="1"/>
          </p:cNvPicPr>
          <p:nvPr/>
        </p:nvPicPr>
        <p:blipFill>
          <a:blip r:embed="rId2"/>
          <a:stretch>
            <a:fillRect/>
          </a:stretch>
        </p:blipFill>
        <p:spPr>
          <a:xfrm>
            <a:off x="1871980" y="2887980"/>
            <a:ext cx="7239000" cy="1019175"/>
          </a:xfrm>
          <a:prstGeom prst="rect">
            <a:avLst/>
          </a:prstGeom>
        </p:spPr>
      </p:pic>
      <p:sp>
        <p:nvSpPr>
          <p:cNvPr id="3" name="Text Box 2"/>
          <p:cNvSpPr txBox="1"/>
          <p:nvPr/>
        </p:nvSpPr>
        <p:spPr>
          <a:xfrm>
            <a:off x="34925" y="6356350"/>
            <a:ext cx="9109075" cy="368300"/>
          </a:xfrm>
          <a:prstGeom prst="rect">
            <a:avLst/>
          </a:prstGeom>
          <a:noFill/>
        </p:spPr>
        <p:txBody>
          <a:bodyPr wrap="square" rtlCol="0" anchor="t">
            <a:spAutoFit/>
          </a:bodyPr>
          <a:p>
            <a:pPr algn="ctr"/>
            <a:r>
              <a:rPr lang="en-US" altLang="en-US" b="1">
                <a:solidFill>
                  <a:srgbClr val="0070C0"/>
                </a:solidFill>
              </a:rPr>
              <a:t>https://localhost:7029/swagger/index.html</a:t>
            </a:r>
            <a:endParaRPr lang="en-US" altLang="en-US" b="1">
              <a:solidFill>
                <a:srgbClr val="0070C0"/>
              </a:solidFill>
            </a:endParaRPr>
          </a:p>
        </p:txBody>
      </p:sp>
    </p:spTree>
  </p:cSld>
  <p:clrMapOvr>
    <a:masterClrMapping/>
  </p:clrMapOvr>
  <p:transition spd="med"/>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Text Box 614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ru-RU" sz="4200" dirty="0" err="1">
                <a:solidFill>
                  <a:srgbClr val="FFFFFF"/>
                </a:solidFill>
                <a:sym typeface="+mn-ea"/>
              </a:rPr>
              <a:t>Swagger UI</a:t>
            </a:r>
            <a:r>
              <a:rPr lang="uk-UA" altLang="en-US" sz="4200" dirty="0" err="1">
                <a:solidFill>
                  <a:srgbClr val="FFFFFF"/>
                </a:solidFill>
                <a:sym typeface="+mn-ea"/>
              </a:rPr>
              <a:t>: результати</a:t>
            </a:r>
            <a:endParaRPr lang="uk-UA" altLang="en-US" sz="4200" dirty="0" err="1">
              <a:solidFill>
                <a:srgbClr val="FFFFFF"/>
              </a:solidFill>
              <a:ea typeface="Microsoft YaHei" panose="020B0503020204020204" charset="-122"/>
              <a:sym typeface="+mn-ea"/>
            </a:endParaRPr>
          </a:p>
        </p:txBody>
      </p:sp>
      <p:sp>
        <p:nvSpPr>
          <p:cNvPr id="6146" name="Text Box 6145"/>
          <p:cNvSpPr txBox="1"/>
          <p:nvPr/>
        </p:nvSpPr>
        <p:spPr>
          <a:xfrm>
            <a:off x="515620" y="1430655"/>
            <a:ext cx="8053705" cy="4419600"/>
          </a:xfrm>
          <a:prstGeom prst="rect">
            <a:avLst/>
          </a:prstGeom>
          <a:noFill/>
          <a:ln w="9525">
            <a:noFill/>
          </a:ln>
        </p:spPr>
        <p:txBody>
          <a:bodyPr wrap="square" lIns="91440" tIns="45720" rIns="91440" bIns="45720" anchor="t" anchorCtr="0"/>
          <a:p>
            <a:pPr defTabSz="457200">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ru-RU" sz="2400" b="1" dirty="0" err="1">
              <a:solidFill>
                <a:srgbClr val="000000"/>
              </a:solidFill>
              <a:ea typeface="Microsoft YaHei" panose="020B0503020204020204" charset="-122"/>
            </a:endParaRPr>
          </a:p>
        </p:txBody>
      </p:sp>
      <p:pic>
        <p:nvPicPr>
          <p:cNvPr id="2" name="Picture 1"/>
          <p:cNvPicPr>
            <a:picLocks noChangeAspect="1"/>
          </p:cNvPicPr>
          <p:nvPr/>
        </p:nvPicPr>
        <p:blipFill>
          <a:blip r:embed="rId1"/>
          <a:stretch>
            <a:fillRect/>
          </a:stretch>
        </p:blipFill>
        <p:spPr>
          <a:xfrm>
            <a:off x="0" y="1075690"/>
            <a:ext cx="9144000" cy="5862320"/>
          </a:xfrm>
          <a:prstGeom prst="rect">
            <a:avLst/>
          </a:prstGeom>
        </p:spPr>
      </p:pic>
    </p:spTree>
  </p:cSld>
  <p:clrMapOvr>
    <a:masterClrMapping/>
  </p:clrMapOvr>
  <p:transition spd="med"/>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Text Box 614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ru-RU" sz="4200" dirty="0" err="1">
                <a:solidFill>
                  <a:srgbClr val="FFFFFF"/>
                </a:solidFill>
                <a:ea typeface="Microsoft YaHei" panose="020B0503020204020204" charset="-122"/>
              </a:rPr>
              <a:t>Swagger UI</a:t>
            </a:r>
            <a:endParaRPr lang="en-US" altLang="ru-RU" sz="4200" dirty="0" err="1">
              <a:solidFill>
                <a:srgbClr val="FFFFFF"/>
              </a:solidFill>
              <a:ea typeface="Microsoft YaHei" panose="020B0503020204020204" charset="-122"/>
            </a:endParaRPr>
          </a:p>
        </p:txBody>
      </p:sp>
      <p:sp>
        <p:nvSpPr>
          <p:cNvPr id="6146" name="Text Box 6145"/>
          <p:cNvSpPr txBox="1"/>
          <p:nvPr/>
        </p:nvSpPr>
        <p:spPr>
          <a:xfrm>
            <a:off x="467995" y="1430655"/>
            <a:ext cx="8171180" cy="4419600"/>
          </a:xfrm>
          <a:prstGeom prst="rect">
            <a:avLst/>
          </a:prstGeom>
          <a:noFill/>
          <a:ln w="9525">
            <a:noFill/>
          </a:ln>
        </p:spPr>
        <p:txBody>
          <a:bodyPr wrap="square" lIns="91440" tIns="45720" rIns="91440" bIns="45720" anchor="t" anchorCtr="0"/>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en-US" sz="2100" dirty="0" err="1">
                <a:solidFill>
                  <a:srgbClr val="000000"/>
                </a:solidFill>
                <a:ea typeface="Microsoft YaHei" panose="020B0503020204020204" charset="-122"/>
              </a:rPr>
              <a:t>коли ендпоінтів стає побільше, сторінка типово виглядає так:</a:t>
            </a:r>
            <a:endParaRPr lang="uk-UA" altLang="en-US" sz="2100" dirty="0" err="1">
              <a:solidFill>
                <a:srgbClr val="000000"/>
              </a:solidFill>
              <a:ea typeface="Microsoft YaHei" panose="020B0503020204020204" charset="-122"/>
            </a:endParaRPr>
          </a:p>
        </p:txBody>
      </p:sp>
      <p:pic>
        <p:nvPicPr>
          <p:cNvPr id="4" name="Picture 3" descr="Screenshot 2025-12-28 160635"/>
          <p:cNvPicPr>
            <a:picLocks noChangeAspect="1"/>
          </p:cNvPicPr>
          <p:nvPr/>
        </p:nvPicPr>
        <p:blipFill>
          <a:blip r:embed="rId1"/>
          <a:stretch>
            <a:fillRect/>
          </a:stretch>
        </p:blipFill>
        <p:spPr>
          <a:xfrm>
            <a:off x="924560" y="1854200"/>
            <a:ext cx="7277100" cy="5003800"/>
          </a:xfrm>
          <a:prstGeom prst="rect">
            <a:avLst/>
          </a:prstGeom>
        </p:spPr>
      </p:pic>
      <p:sp>
        <p:nvSpPr>
          <p:cNvPr id="2" name="Text Box 1"/>
          <p:cNvSpPr txBox="1"/>
          <p:nvPr/>
        </p:nvSpPr>
        <p:spPr>
          <a:xfrm>
            <a:off x="4006850" y="2967990"/>
            <a:ext cx="3947160" cy="922020"/>
          </a:xfrm>
          <a:prstGeom prst="rect">
            <a:avLst/>
          </a:prstGeom>
          <a:noFill/>
        </p:spPr>
        <p:txBody>
          <a:bodyPr wrap="square" rtlCol="0" anchor="t">
            <a:spAutoFit/>
          </a:bodyPr>
          <a:p>
            <a:r>
              <a:rPr lang="en-US" altLang="en-US" b="1">
                <a:hlinkClick r:id="rId2" action="ppaction://hlinkfile"/>
              </a:rPr>
              <a:t>https://gist.github.com/sunmeat/fc781f9302888e1127ad5fcb12484367#file-weatherforecastcontroller-cs</a:t>
            </a:r>
            <a:endParaRPr lang="en-US" b="1"/>
          </a:p>
        </p:txBody>
      </p:sp>
    </p:spTree>
  </p:cSld>
  <p:clrMapOvr>
    <a:masterClrMapping/>
  </p:clrMapOvr>
  <p:transition spd="med"/>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Text Box 614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ru-RU" sz="4200" dirty="0" err="1">
                <a:solidFill>
                  <a:srgbClr val="FFFFFF"/>
                </a:solidFill>
                <a:ea typeface="Microsoft YaHei" panose="020B0503020204020204" charset="-122"/>
              </a:rPr>
              <a:t>Сучасна альтернатива: </a:t>
            </a:r>
            <a:r>
              <a:rPr lang="en-US" altLang="ru-RU" sz="4200" dirty="0" err="1">
                <a:solidFill>
                  <a:srgbClr val="FFFFFF"/>
                </a:solidFill>
                <a:ea typeface="Microsoft YaHei" panose="020B0503020204020204" charset="-122"/>
              </a:rPr>
              <a:t>Scalar</a:t>
            </a:r>
            <a:endParaRPr lang="en-US" altLang="ru-RU" sz="4200" dirty="0" err="1">
              <a:solidFill>
                <a:srgbClr val="FFFFFF"/>
              </a:solidFill>
              <a:ea typeface="Microsoft YaHei" panose="020B0503020204020204" charset="-122"/>
            </a:endParaRPr>
          </a:p>
        </p:txBody>
      </p:sp>
      <p:sp>
        <p:nvSpPr>
          <p:cNvPr id="6146" name="Text Box 6145"/>
          <p:cNvSpPr txBox="1"/>
          <p:nvPr/>
        </p:nvSpPr>
        <p:spPr>
          <a:xfrm>
            <a:off x="515620" y="1430655"/>
            <a:ext cx="8053705" cy="4419600"/>
          </a:xfrm>
          <a:prstGeom prst="rect">
            <a:avLst/>
          </a:prstGeom>
          <a:noFill/>
          <a:ln w="9525">
            <a:noFill/>
          </a:ln>
        </p:spPr>
        <p:txBody>
          <a:bodyPr wrap="square" lIns="91440" tIns="45720" rIns="91440" bIns="45720" anchor="t" anchorCtr="0"/>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700" b="1" dirty="0" err="1">
                <a:solidFill>
                  <a:srgbClr val="000000"/>
                </a:solidFill>
                <a:ea typeface="Microsoft YaHei" panose="020B0503020204020204" charset="-122"/>
                <a:hlinkClick r:id="rId1" action="ppaction://hlinkfile"/>
              </a:rPr>
              <a:t>Scalar.com</a:t>
            </a:r>
            <a:r>
              <a:rPr lang="en-US" altLang="en-US" sz="1700" dirty="0" err="1">
                <a:solidFill>
                  <a:srgbClr val="000000"/>
                </a:solidFill>
                <a:ea typeface="Microsoft YaHei" panose="020B0503020204020204" charset="-122"/>
              </a:rPr>
              <a:t> — це офіційний сайт сучасної open-source платформи для роботи з OpenAPI Specification (OAS), яка є стандартом для опису RESTful API. Scalar фокусується на створенні красивої, інтерактивної документації та інструментів для тестування API </a:t>
            </a:r>
            <a:r>
              <a:rPr lang="en-US" altLang="en-US" sz="1700" b="1" dirty="0" err="1">
                <a:solidFill>
                  <a:srgbClr val="000000"/>
                </a:solidFill>
                <a:ea typeface="Microsoft YaHei" panose="020B0503020204020204" charset="-122"/>
                <a:hlinkClick r:id="rId2" action="ppaction://hlinkfile"/>
              </a:rPr>
              <a:t>https://github.com/scalar/scalar</a:t>
            </a:r>
            <a:endParaRPr lang="en-US" altLang="en-US" sz="1700" dirty="0" err="1">
              <a:solidFill>
                <a:srgbClr val="000000"/>
              </a:solidFill>
              <a:ea typeface="Microsoft YaHei" panose="020B0503020204020204" charset="-122"/>
            </a:endParaRPr>
          </a:p>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700" dirty="0" err="1">
                <a:solidFill>
                  <a:srgbClr val="000000"/>
                </a:solidFill>
                <a:ea typeface="Microsoft YaHei" panose="020B0503020204020204" charset="-122"/>
              </a:rPr>
              <a:t>Scalar з'явився як сучасна альтернатива Swagger UI</a:t>
            </a:r>
            <a:r>
              <a:rPr lang="uk-UA" altLang="en-US" sz="1700" dirty="0" err="1">
                <a:solidFill>
                  <a:srgbClr val="000000"/>
                </a:solidFill>
                <a:ea typeface="Microsoft YaHei" panose="020B0503020204020204" charset="-122"/>
              </a:rPr>
              <a:t>, р</a:t>
            </a:r>
            <a:r>
              <a:rPr lang="en-US" altLang="en-US" sz="1700" dirty="0" err="1">
                <a:solidFill>
                  <a:srgbClr val="000000"/>
                </a:solidFill>
                <a:ea typeface="Microsoft YaHei" panose="020B0503020204020204" charset="-122"/>
              </a:rPr>
              <a:t>озроблений командою, яка прагне зробити API-документацію "не схожою на 2011 рік": чистий дизайн, темна тема, швидке завантаження, генерація коду клієнтів</a:t>
            </a:r>
            <a:endParaRPr lang="en-US" altLang="en-US" sz="1700" dirty="0" err="1">
              <a:solidFill>
                <a:srgbClr val="000000"/>
              </a:solidFill>
              <a:ea typeface="Microsoft YaHei" panose="020B0503020204020204" charset="-122"/>
            </a:endParaRPr>
          </a:p>
          <a:p>
            <a:pPr defTabSz="457200">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700" dirty="0" err="1">
                <a:solidFill>
                  <a:srgbClr val="000000"/>
                </a:solidFill>
                <a:ea typeface="Microsoft YaHei" panose="020B0503020204020204" charset="-122"/>
              </a:rPr>
              <a:t> </a:t>
            </a:r>
            <a:endParaRPr lang="en-US" altLang="en-US" sz="1700" dirty="0" err="1">
              <a:solidFill>
                <a:srgbClr val="000000"/>
              </a:solidFill>
              <a:ea typeface="Microsoft YaHei" panose="020B0503020204020204" charset="-122"/>
            </a:endParaRPr>
          </a:p>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700" dirty="0" err="1">
                <a:solidFill>
                  <a:srgbClr val="000000"/>
                </a:solidFill>
                <a:ea typeface="Microsoft YaHei" panose="020B0503020204020204" charset="-122"/>
              </a:rPr>
              <a:t>Основні компоненти:</a:t>
            </a:r>
            <a:endParaRPr lang="en-US" altLang="en-US" sz="1700" dirty="0" err="1">
              <a:solidFill>
                <a:srgbClr val="000000"/>
              </a:solidFill>
              <a:ea typeface="Microsoft YaHei" panose="020B0503020204020204" charset="-122"/>
            </a:endParaRPr>
          </a:p>
          <a:p>
            <a:pPr marL="800100" lvl="1"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700" b="1" dirty="0" err="1">
                <a:solidFill>
                  <a:srgbClr val="000000"/>
                </a:solidFill>
                <a:ea typeface="Microsoft YaHei" panose="020B0503020204020204" charset="-122"/>
              </a:rPr>
              <a:t>Scalar API Reference</a:t>
            </a:r>
            <a:r>
              <a:rPr lang="en-US" altLang="en-US" sz="1700" dirty="0" err="1">
                <a:solidFill>
                  <a:srgbClr val="000000"/>
                </a:solidFill>
                <a:ea typeface="Microsoft YaHei" panose="020B0503020204020204" charset="-122"/>
              </a:rPr>
              <a:t> — інтерактивна HTML-сторінка для відображення OpenAPI-документу з можливістю тестувати ендпоінти прямо в браузері</a:t>
            </a:r>
            <a:endParaRPr lang="en-US" altLang="en-US" sz="1700" dirty="0" err="1">
              <a:solidFill>
                <a:srgbClr val="000000"/>
              </a:solidFill>
              <a:ea typeface="Microsoft YaHei" panose="020B0503020204020204" charset="-122"/>
            </a:endParaRPr>
          </a:p>
          <a:p>
            <a:pPr marL="800100" lvl="1"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700" b="1" dirty="0" err="1">
                <a:solidFill>
                  <a:srgbClr val="000000"/>
                </a:solidFill>
                <a:ea typeface="Microsoft YaHei" panose="020B0503020204020204" charset="-122"/>
              </a:rPr>
              <a:t>Scalar Client </a:t>
            </a:r>
            <a:r>
              <a:rPr lang="en-US" altLang="en-US" sz="1700" dirty="0" err="1">
                <a:solidFill>
                  <a:srgbClr val="000000"/>
                </a:solidFill>
                <a:ea typeface="Microsoft YaHei" panose="020B0503020204020204" charset="-122"/>
              </a:rPr>
              <a:t>— потужний REST-клієнт (альтернатива Postman)</a:t>
            </a:r>
            <a:endParaRPr lang="en-US" altLang="en-US" sz="1700" dirty="0" err="1">
              <a:solidFill>
                <a:srgbClr val="000000"/>
              </a:solidFill>
              <a:ea typeface="Microsoft YaHei" panose="020B0503020204020204" charset="-122"/>
            </a:endParaRPr>
          </a:p>
          <a:p>
            <a:pPr marL="800100" lvl="1"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700" b="1" dirty="0" err="1">
                <a:solidFill>
                  <a:srgbClr val="000000"/>
                </a:solidFill>
                <a:ea typeface="Microsoft YaHei" panose="020B0503020204020204" charset="-122"/>
              </a:rPr>
              <a:t>Пакети для інтеграції</a:t>
            </a:r>
            <a:r>
              <a:rPr lang="en-US" altLang="en-US" sz="1700" dirty="0" err="1">
                <a:solidFill>
                  <a:srgbClr val="000000"/>
                </a:solidFill>
                <a:ea typeface="Microsoft YaHei" panose="020B0503020204020204" charset="-122"/>
              </a:rPr>
              <a:t>: наприклад, Scalar.AspNetCore для .NET</a:t>
            </a:r>
            <a:endParaRPr lang="en-US" altLang="en-US" sz="1700" dirty="0" err="1">
              <a:solidFill>
                <a:srgbClr val="000000"/>
              </a:solidFill>
              <a:ea typeface="Microsoft YaHei" panose="020B0503020204020204" charset="-122"/>
            </a:endParaRPr>
          </a:p>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700" dirty="0" err="1">
                <a:solidFill>
                  <a:srgbClr val="000000"/>
                </a:solidFill>
                <a:ea typeface="Microsoft YaHei" panose="020B0503020204020204" charset="-122"/>
              </a:rPr>
              <a:t>Станом на 2026</a:t>
            </a:r>
            <a:r>
              <a:rPr lang="uk-UA" altLang="en-US" sz="1700" dirty="0" err="1">
                <a:solidFill>
                  <a:srgbClr val="000000"/>
                </a:solidFill>
                <a:ea typeface="Microsoft YaHei" panose="020B0503020204020204" charset="-122"/>
              </a:rPr>
              <a:t> рік,</a:t>
            </a:r>
            <a:r>
              <a:rPr lang="en-US" altLang="en-US" sz="1700" dirty="0" err="1">
                <a:solidFill>
                  <a:srgbClr val="000000"/>
                </a:solidFill>
                <a:ea typeface="Microsoft YaHei" panose="020B0503020204020204" charset="-122"/>
              </a:rPr>
              <a:t> Scalar є одним з найшвидше зростаючих інструментів для API-документації та активно розвивається</a:t>
            </a:r>
            <a:endParaRPr lang="en-US" altLang="en-US" sz="1700" dirty="0" err="1">
              <a:solidFill>
                <a:srgbClr val="000000"/>
              </a:solidFill>
              <a:ea typeface="Microsoft YaHei" panose="020B0503020204020204" charset="-122"/>
            </a:endParaRPr>
          </a:p>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700" dirty="0" err="1">
                <a:solidFill>
                  <a:srgbClr val="000000"/>
                </a:solidFill>
                <a:ea typeface="Microsoft YaHei" panose="020B0503020204020204" charset="-122"/>
              </a:rPr>
              <a:t>Microsoft рекомендує Scalar як основний UI для OpenAPI в .NET 9+</a:t>
            </a:r>
            <a:endParaRPr lang="en-US" altLang="en-US" sz="1700" dirty="0" err="1">
              <a:solidFill>
                <a:srgbClr val="000000"/>
              </a:solidFill>
              <a:ea typeface="Microsoft YaHei" panose="020B0503020204020204" charset="-122"/>
            </a:endParaRPr>
          </a:p>
        </p:txBody>
      </p:sp>
    </p:spTree>
  </p:cSld>
  <p:clrMapOvr>
    <a:masterClrMapping/>
  </p:clrMapOvr>
  <p:transition spd="med"/>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Text Box 614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4200" dirty="0" err="1">
                <a:solidFill>
                  <a:srgbClr val="FFFFFF"/>
                </a:solidFill>
                <a:ea typeface="Microsoft YaHei" panose="020B0503020204020204" charset="-122"/>
              </a:rPr>
              <a:t>Scalar</a:t>
            </a:r>
            <a:endParaRPr lang="en-US" altLang="en-US" sz="4200" dirty="0" err="1">
              <a:solidFill>
                <a:srgbClr val="FFFFFF"/>
              </a:solidFill>
              <a:ea typeface="Microsoft YaHei" panose="020B0503020204020204" charset="-122"/>
            </a:endParaRPr>
          </a:p>
        </p:txBody>
      </p:sp>
      <p:sp>
        <p:nvSpPr>
          <p:cNvPr id="6146" name="Text Box 6145"/>
          <p:cNvSpPr txBox="1"/>
          <p:nvPr/>
        </p:nvSpPr>
        <p:spPr>
          <a:xfrm>
            <a:off x="515620" y="1430655"/>
            <a:ext cx="8053705" cy="4419600"/>
          </a:xfrm>
          <a:prstGeom prst="rect">
            <a:avLst/>
          </a:prstGeom>
          <a:noFill/>
          <a:ln w="9525">
            <a:noFill/>
          </a:ln>
        </p:spPr>
        <p:txBody>
          <a:bodyPr wrap="square" lIns="91440" tIns="45720" rIns="91440" bIns="45720" anchor="t" anchorCtr="0"/>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ru-RU" sz="2100" dirty="0" err="1">
                <a:solidFill>
                  <a:srgbClr val="000000"/>
                </a:solidFill>
                <a:ea typeface="Microsoft YaHei" panose="020B0503020204020204" charset="-122"/>
              </a:rPr>
              <a:t>треба завантажити пакет </a:t>
            </a:r>
            <a:r>
              <a:rPr lang="en-US" altLang="en-US" sz="2100" b="1" dirty="0" err="1">
                <a:solidFill>
                  <a:srgbClr val="000000"/>
                </a:solidFill>
                <a:ea typeface="Microsoft YaHei" panose="020B0503020204020204" charset="-122"/>
              </a:rPr>
              <a:t>dotnet add package Scalar.AspNetCore</a:t>
            </a:r>
            <a:r>
              <a:rPr lang="uk-UA" altLang="en-US" sz="2100" dirty="0" err="1">
                <a:solidFill>
                  <a:srgbClr val="000000"/>
                </a:solidFill>
                <a:ea typeface="Microsoft YaHei" panose="020B0503020204020204" charset="-122"/>
              </a:rPr>
              <a:t> (</a:t>
            </a:r>
            <a:r>
              <a:rPr lang="en-US" altLang="en-US" sz="2100" dirty="0" err="1">
                <a:solidFill>
                  <a:srgbClr val="000000"/>
                </a:solidFill>
                <a:ea typeface="Microsoft YaHei" panose="020B0503020204020204" charset="-122"/>
              </a:rPr>
              <a:t>View &gt; Terminal, </a:t>
            </a:r>
            <a:r>
              <a:rPr lang="uk-UA" altLang="en-US" sz="2100" dirty="0" err="1">
                <a:solidFill>
                  <a:srgbClr val="000000"/>
                </a:solidFill>
                <a:ea typeface="Microsoft YaHei" panose="020B0503020204020204" charset="-122"/>
              </a:rPr>
              <a:t>або через </a:t>
            </a:r>
            <a:r>
              <a:rPr lang="en-US" altLang="en-US" sz="2100" dirty="0" err="1">
                <a:solidFill>
                  <a:srgbClr val="000000"/>
                </a:solidFill>
                <a:ea typeface="Microsoft YaHei" panose="020B0503020204020204" charset="-122"/>
              </a:rPr>
              <a:t>Nuget)</a:t>
            </a:r>
            <a:endParaRPr lang="en-US" altLang="en-US" sz="2100" dirty="0" err="1">
              <a:solidFill>
                <a:srgbClr val="000000"/>
              </a:solidFill>
              <a:ea typeface="Microsoft YaHei" panose="020B0503020204020204" charset="-122"/>
            </a:endParaRPr>
          </a:p>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z="2100" dirty="0" err="1">
              <a:solidFill>
                <a:srgbClr val="000000"/>
              </a:solidFill>
              <a:ea typeface="Microsoft YaHei" panose="020B0503020204020204" charset="-122"/>
            </a:endParaRPr>
          </a:p>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en-US" sz="2100" dirty="0" err="1">
                <a:solidFill>
                  <a:srgbClr val="000000"/>
                </a:solidFill>
                <a:ea typeface="Microsoft YaHei" panose="020B0503020204020204" charset="-122"/>
              </a:rPr>
              <a:t>підредагуємо </a:t>
            </a:r>
            <a:r>
              <a:rPr lang="en-US" altLang="en-US" sz="2100" b="1" dirty="0" err="1">
                <a:solidFill>
                  <a:srgbClr val="000000"/>
                </a:solidFill>
                <a:ea typeface="Microsoft YaHei" panose="020B0503020204020204" charset="-122"/>
              </a:rPr>
              <a:t>Program.cs </a:t>
            </a:r>
            <a:r>
              <a:rPr lang="uk-UA" altLang="en-US" sz="2100" dirty="0" err="1">
                <a:solidFill>
                  <a:srgbClr val="000000"/>
                </a:solidFill>
                <a:ea typeface="Microsoft YaHei" panose="020B0503020204020204" charset="-122"/>
              </a:rPr>
              <a:t>та </a:t>
            </a:r>
            <a:r>
              <a:rPr lang="uk-UA" altLang="en-US" sz="2100" dirty="0" err="1">
                <a:solidFill>
                  <a:srgbClr val="000000"/>
                </a:solidFill>
                <a:sym typeface="+mn-ea"/>
              </a:rPr>
              <a:t>файл </a:t>
            </a:r>
            <a:r>
              <a:rPr lang="en-US" altLang="en-US" sz="2100" b="1" dirty="0" err="1">
                <a:solidFill>
                  <a:srgbClr val="000000"/>
                </a:solidFill>
                <a:sym typeface="+mn-ea"/>
              </a:rPr>
              <a:t>Properties / launchSettings.json</a:t>
            </a:r>
            <a:r>
              <a:rPr lang="en-US" altLang="en-US" sz="2100" dirty="0" err="1">
                <a:solidFill>
                  <a:srgbClr val="000000"/>
                </a:solidFill>
                <a:sym typeface="+mn-ea"/>
              </a:rPr>
              <a:t>: </a:t>
            </a:r>
            <a:r>
              <a:rPr lang="en-US" altLang="en-US" sz="3200" b="1" dirty="0" err="1">
                <a:solidFill>
                  <a:srgbClr val="000000"/>
                </a:solidFill>
                <a:ea typeface="Microsoft YaHei" panose="020B0503020204020204" charset="-122"/>
                <a:hlinkClick r:id="rId1" action="ppaction://hlinkfile"/>
              </a:rPr>
              <a:t>https://gist.github.com/sunmeat/5d12dce50d4f9ab192f6677a6ee89e89</a:t>
            </a:r>
            <a:endParaRPr lang="en-US" altLang="en-US" sz="3200" b="1" dirty="0" err="1">
              <a:solidFill>
                <a:srgbClr val="000000"/>
              </a:solidFill>
              <a:ea typeface="Microsoft YaHei" panose="020B0503020204020204" charset="-122"/>
              <a:hlinkClick r:id="rId1" action="ppaction://hlinkfile"/>
            </a:endParaRPr>
          </a:p>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z="3200" b="1" dirty="0" err="1">
              <a:solidFill>
                <a:srgbClr val="000000"/>
              </a:solidFill>
              <a:ea typeface="Microsoft YaHei" panose="020B0503020204020204" charset="-122"/>
              <a:hlinkClick r:id="rId1" action="ppaction://hlinkfile"/>
            </a:endParaRPr>
          </a:p>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100" b="1" dirty="0" err="1">
                <a:solidFill>
                  <a:srgbClr val="0070C0"/>
                </a:solidFill>
                <a:ea typeface="Microsoft YaHei" panose="020B0503020204020204" charset="-122"/>
              </a:rPr>
              <a:t>https://localhost:7029/scalar/v1</a:t>
            </a:r>
            <a:r>
              <a:rPr lang="uk-UA" altLang="en-US" sz="2100" b="1" dirty="0" err="1">
                <a:solidFill>
                  <a:srgbClr val="000000"/>
                </a:solidFill>
                <a:ea typeface="Microsoft YaHei" panose="020B0503020204020204" charset="-122"/>
              </a:rPr>
              <a:t>, сторінка має відкритися автоматично при запуску</a:t>
            </a:r>
            <a:endParaRPr lang="en-US" altLang="en-US" sz="2100" b="1" dirty="0" err="1">
              <a:solidFill>
                <a:srgbClr val="000000"/>
              </a:solidFill>
              <a:ea typeface="Microsoft YaHei" panose="020B0503020204020204" charset="-122"/>
            </a:endParaRPr>
          </a:p>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z="2100" b="1" dirty="0" err="1">
              <a:solidFill>
                <a:srgbClr val="000000"/>
              </a:solidFill>
              <a:ea typeface="Microsoft YaHei" panose="020B0503020204020204" charset="-122"/>
            </a:endParaRPr>
          </a:p>
        </p:txBody>
      </p:sp>
      <p:pic>
        <p:nvPicPr>
          <p:cNvPr id="3" name="Picture 2"/>
          <p:cNvPicPr>
            <a:picLocks noChangeAspect="1"/>
          </p:cNvPicPr>
          <p:nvPr/>
        </p:nvPicPr>
        <p:blipFill>
          <a:blip r:embed="rId2"/>
          <a:stretch>
            <a:fillRect/>
          </a:stretch>
        </p:blipFill>
        <p:spPr>
          <a:xfrm>
            <a:off x="1160145" y="2169160"/>
            <a:ext cx="7215505" cy="252730"/>
          </a:xfrm>
          <a:prstGeom prst="rect">
            <a:avLst/>
          </a:prstGeom>
        </p:spPr>
      </p:pic>
    </p:spTree>
  </p:cSld>
  <p:clrMapOvr>
    <a:masterClrMapping/>
  </p:clrMapOvr>
  <p:transition spd="med"/>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Text Box 614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ru-RU" sz="4200" dirty="0" err="1">
                <a:solidFill>
                  <a:srgbClr val="FFFFFF"/>
                </a:solidFill>
                <a:ea typeface="Microsoft YaHei" panose="020B0503020204020204" charset="-122"/>
              </a:rPr>
              <a:t>Scalar: </a:t>
            </a:r>
            <a:r>
              <a:rPr lang="uk-UA" altLang="ru-RU" sz="4200" dirty="0" err="1">
                <a:solidFill>
                  <a:srgbClr val="FFFFFF"/>
                </a:solidFill>
                <a:ea typeface="Microsoft YaHei" panose="020B0503020204020204" charset="-122"/>
              </a:rPr>
              <a:t>результати</a:t>
            </a:r>
            <a:endParaRPr lang="uk-UA" altLang="ru-RU" sz="4200" dirty="0" err="1">
              <a:solidFill>
                <a:srgbClr val="FFFFFF"/>
              </a:solidFill>
              <a:ea typeface="Microsoft YaHei" panose="020B0503020204020204" charset="-122"/>
            </a:endParaRPr>
          </a:p>
        </p:txBody>
      </p:sp>
      <p:sp>
        <p:nvSpPr>
          <p:cNvPr id="6146" name="Text Box 6145"/>
          <p:cNvSpPr txBox="1"/>
          <p:nvPr/>
        </p:nvSpPr>
        <p:spPr>
          <a:xfrm>
            <a:off x="515620" y="1430655"/>
            <a:ext cx="8053705" cy="4419600"/>
          </a:xfrm>
          <a:prstGeom prst="rect">
            <a:avLst/>
          </a:prstGeom>
          <a:noFill/>
          <a:ln w="9525">
            <a:noFill/>
          </a:ln>
        </p:spPr>
        <p:txBody>
          <a:bodyPr wrap="square" lIns="91440" tIns="45720" rIns="91440" bIns="45720" anchor="t" anchorCtr="0"/>
          <a:p>
            <a:pPr defTabSz="457200">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ru-RU" sz="2400" b="1" dirty="0" err="1">
              <a:solidFill>
                <a:srgbClr val="000000"/>
              </a:solidFill>
              <a:ea typeface="Microsoft YaHei" panose="020B0503020204020204" charset="-122"/>
            </a:endParaRPr>
          </a:p>
        </p:txBody>
      </p:sp>
      <p:pic>
        <p:nvPicPr>
          <p:cNvPr id="2" name="Picture 1"/>
          <p:cNvPicPr>
            <a:picLocks noChangeAspect="1"/>
          </p:cNvPicPr>
          <p:nvPr/>
        </p:nvPicPr>
        <p:blipFill>
          <a:blip r:embed="rId1"/>
          <a:stretch>
            <a:fillRect/>
          </a:stretch>
        </p:blipFill>
        <p:spPr>
          <a:xfrm>
            <a:off x="0" y="1529080"/>
            <a:ext cx="9144000" cy="4421505"/>
          </a:xfrm>
          <a:prstGeom prst="rect">
            <a:avLst/>
          </a:prstGeom>
        </p:spPr>
      </p:pic>
    </p:spTree>
  </p:cSld>
  <p:clrMapOvr>
    <a:masterClrMapping/>
  </p:clrMapOvr>
  <p:transition spd="med"/>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Text Box 614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ru-RU" sz="4200" dirty="0" err="1">
                <a:solidFill>
                  <a:srgbClr val="FFFFFF"/>
                </a:solidFill>
                <a:ea typeface="Microsoft YaHei" panose="020B0503020204020204" charset="-122"/>
              </a:rPr>
              <a:t>Приклад проєкту (</a:t>
            </a:r>
            <a:r>
              <a:rPr lang="en-US" altLang="uk-UA" sz="4200" dirty="0" err="1">
                <a:solidFill>
                  <a:srgbClr val="FFFFFF"/>
                </a:solidFill>
                <a:ea typeface="Microsoft YaHei" panose="020B0503020204020204" charset="-122"/>
              </a:rPr>
              <a:t>+ </a:t>
            </a:r>
            <a:r>
              <a:rPr lang="en-US" altLang="ru-RU" sz="4200" dirty="0" err="1">
                <a:solidFill>
                  <a:srgbClr val="FFFFFF"/>
                </a:solidFill>
                <a:ea typeface="Microsoft YaHei" panose="020B0503020204020204" charset="-122"/>
              </a:rPr>
              <a:t>Scalar)</a:t>
            </a:r>
            <a:endParaRPr lang="en-US" altLang="ru-RU" sz="4200" dirty="0" err="1">
              <a:solidFill>
                <a:srgbClr val="FFFFFF"/>
              </a:solidFill>
              <a:ea typeface="Microsoft YaHei" panose="020B0503020204020204" charset="-122"/>
            </a:endParaRPr>
          </a:p>
        </p:txBody>
      </p:sp>
      <p:sp>
        <p:nvSpPr>
          <p:cNvPr id="6146" name="Text Box 6145"/>
          <p:cNvSpPr txBox="1"/>
          <p:nvPr/>
        </p:nvSpPr>
        <p:spPr>
          <a:xfrm>
            <a:off x="515620" y="1430655"/>
            <a:ext cx="8053705" cy="4419600"/>
          </a:xfrm>
          <a:prstGeom prst="rect">
            <a:avLst/>
          </a:prstGeom>
          <a:noFill/>
          <a:ln w="9525">
            <a:noFill/>
          </a:ln>
        </p:spPr>
        <p:txBody>
          <a:bodyPr wrap="square" lIns="91440" tIns="45720" rIns="91440" bIns="45720" anchor="t" anchorCtr="0"/>
          <a:p>
            <a:pPr algn="ctr" defTabSz="457200">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3200" b="1" dirty="0" err="1">
                <a:solidFill>
                  <a:srgbClr val="0070C0"/>
                </a:solidFill>
                <a:ea typeface="Microsoft YaHei" panose="020B0503020204020204" charset="-122"/>
                <a:hlinkClick r:id="rId1" action="ppaction://hlinkfile"/>
              </a:rPr>
              <a:t>https://github.com/sunmeat/aspnetcore_webapi</a:t>
            </a:r>
            <a:endParaRPr lang="en-US" altLang="en-US" sz="3200" b="1" dirty="0" err="1">
              <a:solidFill>
                <a:srgbClr val="0070C0"/>
              </a:solidFill>
              <a:ea typeface="Microsoft YaHei" panose="020B0503020204020204" charset="-122"/>
            </a:endParaRPr>
          </a:p>
        </p:txBody>
      </p:sp>
      <p:pic>
        <p:nvPicPr>
          <p:cNvPr id="2" name="Picture 1" descr="Screenshot 2025-12-28 170855"/>
          <p:cNvPicPr>
            <a:picLocks noChangeAspect="1"/>
          </p:cNvPicPr>
          <p:nvPr/>
        </p:nvPicPr>
        <p:blipFill>
          <a:blip r:embed="rId2"/>
          <a:stretch>
            <a:fillRect/>
          </a:stretch>
        </p:blipFill>
        <p:spPr>
          <a:xfrm>
            <a:off x="0" y="2580005"/>
            <a:ext cx="9144000" cy="4898390"/>
          </a:xfrm>
          <a:prstGeom prst="rect">
            <a:avLst/>
          </a:prstGeom>
        </p:spPr>
      </p:pic>
    </p:spTree>
  </p:cSld>
  <p:clrMapOvr>
    <a:masterClrMapping/>
  </p:clrMapOvr>
  <p:transition spd="med"/>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Text Box 614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ru-RU" sz="4200" dirty="0" err="1">
                <a:solidFill>
                  <a:srgbClr val="FFFFFF"/>
                </a:solidFill>
                <a:ea typeface="Microsoft YaHei" panose="020B0503020204020204" charset="-122"/>
              </a:rPr>
              <a:t>Результати</a:t>
            </a:r>
            <a:endParaRPr lang="uk-UA" altLang="ru-RU" sz="4200" dirty="0" err="1">
              <a:solidFill>
                <a:srgbClr val="FFFFFF"/>
              </a:solidFill>
              <a:ea typeface="Microsoft YaHei" panose="020B0503020204020204" charset="-122"/>
            </a:endParaRPr>
          </a:p>
        </p:txBody>
      </p:sp>
      <p:sp>
        <p:nvSpPr>
          <p:cNvPr id="6146" name="Text Box 6145"/>
          <p:cNvSpPr txBox="1"/>
          <p:nvPr/>
        </p:nvSpPr>
        <p:spPr>
          <a:xfrm>
            <a:off x="515620" y="1430655"/>
            <a:ext cx="8053705" cy="4419600"/>
          </a:xfrm>
          <a:prstGeom prst="rect">
            <a:avLst/>
          </a:prstGeom>
          <a:noFill/>
          <a:ln w="9525">
            <a:noFill/>
          </a:ln>
        </p:spPr>
        <p:txBody>
          <a:bodyPr wrap="square" lIns="91440" tIns="45720" rIns="91440" bIns="45720" anchor="t" anchorCtr="0"/>
          <a:p>
            <a:pPr defTabSz="457200">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ru-RU" sz="2400" b="1" dirty="0" err="1">
              <a:solidFill>
                <a:srgbClr val="000000"/>
              </a:solidFill>
              <a:ea typeface="Microsoft YaHei" panose="020B0503020204020204" charset="-122"/>
            </a:endParaRPr>
          </a:p>
        </p:txBody>
      </p:sp>
      <p:pic>
        <p:nvPicPr>
          <p:cNvPr id="2" name="Picture 1" descr="Screenshot 2025-12-28 170920"/>
          <p:cNvPicPr>
            <a:picLocks noChangeAspect="1"/>
          </p:cNvPicPr>
          <p:nvPr/>
        </p:nvPicPr>
        <p:blipFill>
          <a:blip r:embed="rId1"/>
          <a:stretch>
            <a:fillRect/>
          </a:stretch>
        </p:blipFill>
        <p:spPr>
          <a:xfrm>
            <a:off x="-17145" y="1583690"/>
            <a:ext cx="9160510" cy="4778375"/>
          </a:xfrm>
          <a:prstGeom prst="rect">
            <a:avLst/>
          </a:prstGeom>
        </p:spPr>
      </p:pic>
    </p:spTree>
  </p:cSld>
  <p:clrMapOvr>
    <a:masterClrMapping/>
  </p:clrMapOvr>
  <p:transition spd="med"/>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Text Box 614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ru-RU" sz="4200" dirty="0" err="1">
                <a:solidFill>
                  <a:srgbClr val="FFFFFF"/>
                </a:solidFill>
                <a:sym typeface="+mn-ea"/>
              </a:rPr>
              <a:t>Результати: </a:t>
            </a:r>
            <a:r>
              <a:rPr lang="en-US" altLang="ru-RU" sz="4200" dirty="0" err="1">
                <a:solidFill>
                  <a:srgbClr val="FFFFFF"/>
                </a:solidFill>
                <a:sym typeface="+mn-ea"/>
              </a:rPr>
              <a:t>GET</a:t>
            </a:r>
            <a:endParaRPr lang="en-US" altLang="ru-RU" sz="4200" dirty="0" err="1">
              <a:solidFill>
                <a:srgbClr val="FFFFFF"/>
              </a:solidFill>
              <a:ea typeface="Microsoft YaHei" panose="020B0503020204020204" charset="-122"/>
              <a:sym typeface="+mn-ea"/>
            </a:endParaRPr>
          </a:p>
        </p:txBody>
      </p:sp>
      <p:sp>
        <p:nvSpPr>
          <p:cNvPr id="6146" name="Text Box 6145"/>
          <p:cNvSpPr txBox="1"/>
          <p:nvPr/>
        </p:nvSpPr>
        <p:spPr>
          <a:xfrm>
            <a:off x="515620" y="1430655"/>
            <a:ext cx="8053705" cy="4419600"/>
          </a:xfrm>
          <a:prstGeom prst="rect">
            <a:avLst/>
          </a:prstGeom>
          <a:noFill/>
          <a:ln w="9525">
            <a:noFill/>
          </a:ln>
        </p:spPr>
        <p:txBody>
          <a:bodyPr wrap="square" lIns="91440" tIns="45720" rIns="91440" bIns="45720" anchor="t" anchorCtr="0"/>
          <a:p>
            <a:pPr defTabSz="457200">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ru-RU" sz="2400" b="1" dirty="0" err="1">
              <a:solidFill>
                <a:srgbClr val="000000"/>
              </a:solidFill>
              <a:ea typeface="Microsoft YaHei" panose="020B0503020204020204" charset="-122"/>
            </a:endParaRPr>
          </a:p>
        </p:txBody>
      </p:sp>
      <p:pic>
        <p:nvPicPr>
          <p:cNvPr id="2" name="Picture 1" descr="Screenshot 2025-12-28 172039"/>
          <p:cNvPicPr>
            <a:picLocks noChangeAspect="1"/>
          </p:cNvPicPr>
          <p:nvPr/>
        </p:nvPicPr>
        <p:blipFill>
          <a:blip r:embed="rId1"/>
          <a:stretch>
            <a:fillRect/>
          </a:stretch>
        </p:blipFill>
        <p:spPr>
          <a:xfrm>
            <a:off x="1742440" y="4599940"/>
            <a:ext cx="7306945" cy="2162810"/>
          </a:xfrm>
          <a:prstGeom prst="rect">
            <a:avLst/>
          </a:prstGeom>
        </p:spPr>
      </p:pic>
      <p:pic>
        <p:nvPicPr>
          <p:cNvPr id="3" name="Picture 2" descr="Screenshot 2025-12-28 172022"/>
          <p:cNvPicPr>
            <a:picLocks noChangeAspect="1"/>
          </p:cNvPicPr>
          <p:nvPr/>
        </p:nvPicPr>
        <p:blipFill>
          <a:blip r:embed="rId2"/>
          <a:stretch>
            <a:fillRect/>
          </a:stretch>
        </p:blipFill>
        <p:spPr>
          <a:xfrm>
            <a:off x="71120" y="2214245"/>
            <a:ext cx="5916295" cy="2295525"/>
          </a:xfrm>
          <a:prstGeom prst="rect">
            <a:avLst/>
          </a:prstGeom>
        </p:spPr>
      </p:pic>
      <p:sp>
        <p:nvSpPr>
          <p:cNvPr id="4" name="Text Box 3"/>
          <p:cNvSpPr txBox="1"/>
          <p:nvPr/>
        </p:nvSpPr>
        <p:spPr>
          <a:xfrm>
            <a:off x="476250" y="1403985"/>
            <a:ext cx="8093075" cy="737235"/>
          </a:xfrm>
          <a:prstGeom prst="rect">
            <a:avLst/>
          </a:prstGeom>
          <a:noFill/>
        </p:spPr>
        <p:txBody>
          <a:bodyPr wrap="square" rtlCol="0" anchor="t">
            <a:spAutoFit/>
          </a:bodyPr>
          <a:p>
            <a:pPr defTabSz="457200">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ru-RU" sz="2100" b="1" dirty="0" err="1">
                <a:solidFill>
                  <a:srgbClr val="000000"/>
                </a:solidFill>
                <a:sym typeface="+mn-ea"/>
              </a:rPr>
              <a:t>перевірити результати можна і через адресний рядок браузера :)</a:t>
            </a:r>
            <a:endParaRPr lang="uk-UA" altLang="ru-RU" sz="2100" b="1" dirty="0" err="1">
              <a:solidFill>
                <a:srgbClr val="000000"/>
              </a:solidFill>
              <a:sym typeface="+mn-ea"/>
            </a:endParaRPr>
          </a:p>
        </p:txBody>
      </p:sp>
      <p:pic>
        <p:nvPicPr>
          <p:cNvPr id="5" name="Picture 4" descr="Screenshot 2025-12-28 180221"/>
          <p:cNvPicPr>
            <a:picLocks noChangeAspect="1"/>
          </p:cNvPicPr>
          <p:nvPr/>
        </p:nvPicPr>
        <p:blipFill>
          <a:blip r:embed="rId3"/>
          <a:stretch>
            <a:fillRect/>
          </a:stretch>
        </p:blipFill>
        <p:spPr>
          <a:xfrm>
            <a:off x="6049010" y="1898650"/>
            <a:ext cx="3058795" cy="2560955"/>
          </a:xfrm>
          <a:prstGeom prst="rect">
            <a:avLst/>
          </a:prstGeom>
        </p:spPr>
      </p:pic>
    </p:spTree>
  </p:cSld>
  <p:clrMapOvr>
    <a:masterClrMapping/>
  </p:clrMapOvr>
  <p:transition spd="med"/>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Text Box 614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ru-RU" sz="4200" dirty="0" err="1">
                <a:solidFill>
                  <a:srgbClr val="FFFFFF"/>
                </a:solidFill>
                <a:sym typeface="+mn-ea"/>
              </a:rPr>
              <a:t>Результати: </a:t>
            </a:r>
            <a:r>
              <a:rPr lang="en-US" altLang="ru-RU" sz="4200" dirty="0" err="1">
                <a:solidFill>
                  <a:srgbClr val="FFFFFF"/>
                </a:solidFill>
                <a:sym typeface="+mn-ea"/>
              </a:rPr>
              <a:t>POST</a:t>
            </a:r>
            <a:endParaRPr lang="ru-RU" altLang="uk-UA" sz="4200" dirty="0" err="1">
              <a:solidFill>
                <a:srgbClr val="FFFFFF"/>
              </a:solidFill>
              <a:ea typeface="Microsoft YaHei" panose="020B0503020204020204" charset="-122"/>
            </a:endParaRPr>
          </a:p>
        </p:txBody>
      </p:sp>
      <p:sp>
        <p:nvSpPr>
          <p:cNvPr id="6146" name="Text Box 6145"/>
          <p:cNvSpPr txBox="1"/>
          <p:nvPr/>
        </p:nvSpPr>
        <p:spPr>
          <a:xfrm>
            <a:off x="515620" y="1430655"/>
            <a:ext cx="8053705" cy="4419600"/>
          </a:xfrm>
          <a:prstGeom prst="rect">
            <a:avLst/>
          </a:prstGeom>
          <a:noFill/>
          <a:ln w="9525">
            <a:noFill/>
          </a:ln>
        </p:spPr>
        <p:txBody>
          <a:bodyPr wrap="square" lIns="91440" tIns="45720" rIns="91440" bIns="45720" anchor="t" anchorCtr="0"/>
          <a:p>
            <a:pPr defTabSz="457200">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ru-RU" sz="2400" b="1" dirty="0" err="1">
              <a:solidFill>
                <a:srgbClr val="000000"/>
              </a:solidFill>
              <a:ea typeface="Microsoft YaHei" panose="020B0503020204020204" charset="-122"/>
            </a:endParaRPr>
          </a:p>
        </p:txBody>
      </p:sp>
      <p:pic>
        <p:nvPicPr>
          <p:cNvPr id="3" name="Picture 2" descr="Screenshot 2025-12-28 172255"/>
          <p:cNvPicPr>
            <a:picLocks noChangeAspect="1"/>
          </p:cNvPicPr>
          <p:nvPr/>
        </p:nvPicPr>
        <p:blipFill>
          <a:blip r:embed="rId1"/>
          <a:stretch>
            <a:fillRect/>
          </a:stretch>
        </p:blipFill>
        <p:spPr>
          <a:xfrm>
            <a:off x="116840" y="4453255"/>
            <a:ext cx="5421630" cy="2315845"/>
          </a:xfrm>
          <a:prstGeom prst="rect">
            <a:avLst/>
          </a:prstGeom>
        </p:spPr>
      </p:pic>
      <p:pic>
        <p:nvPicPr>
          <p:cNvPr id="4" name="Picture 3" descr="Screenshot 2025-12-28 172312"/>
          <p:cNvPicPr>
            <a:picLocks noChangeAspect="1"/>
          </p:cNvPicPr>
          <p:nvPr/>
        </p:nvPicPr>
        <p:blipFill>
          <a:blip r:embed="rId2"/>
          <a:stretch>
            <a:fillRect/>
          </a:stretch>
        </p:blipFill>
        <p:spPr>
          <a:xfrm>
            <a:off x="116840" y="1134110"/>
            <a:ext cx="5421630" cy="2871470"/>
          </a:xfrm>
          <a:prstGeom prst="rect">
            <a:avLst/>
          </a:prstGeom>
        </p:spPr>
      </p:pic>
      <p:pic>
        <p:nvPicPr>
          <p:cNvPr id="2" name="Picture 1" descr="Screenshot 2025-12-28 172415"/>
          <p:cNvPicPr>
            <a:picLocks noChangeAspect="1"/>
          </p:cNvPicPr>
          <p:nvPr/>
        </p:nvPicPr>
        <p:blipFill>
          <a:blip r:embed="rId3"/>
          <a:stretch>
            <a:fillRect/>
          </a:stretch>
        </p:blipFill>
        <p:spPr>
          <a:xfrm>
            <a:off x="3671570" y="3249295"/>
            <a:ext cx="5421630" cy="2233295"/>
          </a:xfrm>
          <a:prstGeom prst="rect">
            <a:avLst/>
          </a:prstGeom>
        </p:spPr>
      </p:pic>
    </p:spTree>
  </p:cSld>
  <p:clrMapOvr>
    <a:masterClrMapping/>
  </p:clrMapOvr>
  <p:transition spd="med"/>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Text Box 614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4200" dirty="0" err="1">
                <a:solidFill>
                  <a:srgbClr val="FFFFFF"/>
                </a:solidFill>
                <a:ea typeface="Microsoft YaHei" panose="020B0503020204020204" charset="-122"/>
              </a:rPr>
              <a:t>Package Manager Console</a:t>
            </a:r>
            <a:endParaRPr lang="en-US" altLang="en-US" sz="4200" dirty="0" err="1">
              <a:solidFill>
                <a:srgbClr val="FFFFFF"/>
              </a:solidFill>
              <a:ea typeface="Microsoft YaHei" panose="020B0503020204020204" charset="-122"/>
            </a:endParaRPr>
          </a:p>
        </p:txBody>
      </p:sp>
      <p:sp>
        <p:nvSpPr>
          <p:cNvPr id="6146" name="Text Box 6145"/>
          <p:cNvSpPr txBox="1"/>
          <p:nvPr/>
        </p:nvSpPr>
        <p:spPr>
          <a:xfrm>
            <a:off x="515620" y="1430655"/>
            <a:ext cx="8053705" cy="4419600"/>
          </a:xfrm>
          <a:prstGeom prst="rect">
            <a:avLst/>
          </a:prstGeom>
          <a:noFill/>
          <a:ln w="9525">
            <a:noFill/>
          </a:ln>
        </p:spPr>
        <p:txBody>
          <a:bodyPr wrap="square" lIns="91440" tIns="45720" rIns="91440" bIns="45720" anchor="t" anchorCtr="0"/>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400" b="1" dirty="0" err="1">
                <a:solidFill>
                  <a:srgbClr val="000000"/>
                </a:solidFill>
                <a:ea typeface="Microsoft YaHei" panose="020B0503020204020204" charset="-122"/>
              </a:rPr>
              <a:t>Tools → NuGet Package Manager → Package Manager Console</a:t>
            </a:r>
            <a:r>
              <a:rPr lang="uk-UA" altLang="en-US" sz="2400" b="1" dirty="0" err="1">
                <a:solidFill>
                  <a:srgbClr val="000000"/>
                </a:solidFill>
                <a:ea typeface="Microsoft YaHei" panose="020B0503020204020204" charset="-122"/>
              </a:rPr>
              <a:t>:</a:t>
            </a:r>
            <a:endParaRPr lang="uk-UA" altLang="en-US" sz="2400" b="1" dirty="0" err="1">
              <a:solidFill>
                <a:srgbClr val="000000"/>
              </a:solidFill>
              <a:ea typeface="Microsoft YaHei" panose="020B0503020204020204" charset="-122"/>
            </a:endParaRPr>
          </a:p>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uk-UA" altLang="en-US" sz="2400" b="1" dirty="0" err="1">
              <a:solidFill>
                <a:srgbClr val="000000"/>
              </a:solidFill>
              <a:ea typeface="Microsoft YaHei" panose="020B0503020204020204" charset="-122"/>
            </a:endParaRPr>
          </a:p>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uk-UA" altLang="en-US" sz="2400" b="1" dirty="0" err="1">
              <a:solidFill>
                <a:srgbClr val="000000"/>
              </a:solidFill>
              <a:ea typeface="Microsoft YaHei" panose="020B0503020204020204" charset="-122"/>
            </a:endParaRPr>
          </a:p>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uk-UA" altLang="en-US" sz="2400" b="1" dirty="0" err="1">
              <a:solidFill>
                <a:srgbClr val="000000"/>
              </a:solidFill>
              <a:ea typeface="Microsoft YaHei" panose="020B0503020204020204" charset="-122"/>
            </a:endParaRPr>
          </a:p>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uk-UA" altLang="en-US" sz="2400" b="1" dirty="0" err="1">
              <a:solidFill>
                <a:srgbClr val="000000"/>
              </a:solidFill>
              <a:ea typeface="Microsoft YaHei" panose="020B0503020204020204" charset="-122"/>
            </a:endParaRPr>
          </a:p>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uk-UA" altLang="en-US" sz="2400" b="1" dirty="0" err="1">
              <a:solidFill>
                <a:srgbClr val="000000"/>
              </a:solidFill>
              <a:ea typeface="Microsoft YaHei" panose="020B0503020204020204" charset="-122"/>
            </a:endParaRPr>
          </a:p>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uk-UA" altLang="en-US" sz="2400" b="1" dirty="0" err="1">
              <a:solidFill>
                <a:srgbClr val="000000"/>
              </a:solidFill>
              <a:ea typeface="Microsoft YaHei" panose="020B0503020204020204" charset="-122"/>
            </a:endParaRPr>
          </a:p>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uk-UA" altLang="en-US" sz="2400" b="1" dirty="0" err="1">
              <a:solidFill>
                <a:srgbClr val="000000"/>
              </a:solidFill>
              <a:ea typeface="Microsoft YaHei" panose="020B0503020204020204" charset="-122"/>
            </a:endParaRPr>
          </a:p>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en-US" sz="2400" b="1" dirty="0" err="1">
                <a:solidFill>
                  <a:srgbClr val="000000"/>
                </a:solidFill>
                <a:ea typeface="Microsoft YaHei" panose="020B0503020204020204" charset="-122"/>
              </a:rPr>
              <a:t>Команди:</a:t>
            </a:r>
            <a:r>
              <a:rPr lang="en-US" altLang="uk-UA" sz="2400" b="1" dirty="0" err="1">
                <a:solidFill>
                  <a:srgbClr val="000000"/>
                </a:solidFill>
                <a:ea typeface="Microsoft YaHei" panose="020B0503020204020204" charset="-122"/>
              </a:rPr>
              <a:t> </a:t>
            </a:r>
            <a:r>
              <a:rPr lang="en-US" altLang="en-US" sz="2400" b="1" dirty="0" err="1">
                <a:solidFill>
                  <a:srgbClr val="0070C0"/>
                </a:solidFill>
                <a:ea typeface="Microsoft YaHei" panose="020B0503020204020204" charset="-122"/>
                <a:hlinkClick r:id="rId1" action="ppaction://hlinkfile"/>
              </a:rPr>
              <a:t>https://gist.github.com/sunmeat/21d86f888c305176c84537e6bb551e99</a:t>
            </a:r>
            <a:endParaRPr lang="en-US" altLang="en-US" sz="2400" b="1" dirty="0" err="1">
              <a:solidFill>
                <a:srgbClr val="0070C0"/>
              </a:solidFill>
              <a:ea typeface="Microsoft YaHei" panose="020B0503020204020204" charset="-122"/>
            </a:endParaRPr>
          </a:p>
        </p:txBody>
      </p:sp>
      <p:pic>
        <p:nvPicPr>
          <p:cNvPr id="2" name="Picture 1"/>
          <p:cNvPicPr>
            <a:picLocks noChangeAspect="1"/>
          </p:cNvPicPr>
          <p:nvPr/>
        </p:nvPicPr>
        <p:blipFill>
          <a:blip r:embed="rId2"/>
          <a:stretch>
            <a:fillRect/>
          </a:stretch>
        </p:blipFill>
        <p:spPr>
          <a:xfrm>
            <a:off x="2589530" y="2303780"/>
            <a:ext cx="5108575" cy="2748280"/>
          </a:xfrm>
          <a:prstGeom prst="rect">
            <a:avLst/>
          </a:prstGeom>
        </p:spPr>
      </p:pic>
    </p:spTree>
  </p:cSld>
  <p:clrMapOvr>
    <a:masterClrMapping/>
  </p:clrMapOvr>
  <p:transition spd="med"/>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Text Box 614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ru-RU" sz="4200" dirty="0" err="1">
                <a:solidFill>
                  <a:srgbClr val="FFFFFF"/>
                </a:solidFill>
                <a:ea typeface="Microsoft YaHei" panose="020B0503020204020204" charset="-122"/>
              </a:rPr>
              <a:t>Результати</a:t>
            </a:r>
            <a:endParaRPr lang="uk-UA" altLang="ru-RU" sz="4200" dirty="0" err="1">
              <a:solidFill>
                <a:srgbClr val="FFFFFF"/>
              </a:solidFill>
              <a:ea typeface="Microsoft YaHei" panose="020B0503020204020204" charset="-122"/>
            </a:endParaRPr>
          </a:p>
        </p:txBody>
      </p:sp>
      <p:sp>
        <p:nvSpPr>
          <p:cNvPr id="6146" name="Text Box 6145"/>
          <p:cNvSpPr txBox="1"/>
          <p:nvPr/>
        </p:nvSpPr>
        <p:spPr>
          <a:xfrm>
            <a:off x="515620" y="1430655"/>
            <a:ext cx="8053705" cy="4419600"/>
          </a:xfrm>
          <a:prstGeom prst="rect">
            <a:avLst/>
          </a:prstGeom>
          <a:noFill/>
          <a:ln w="9525">
            <a:noFill/>
          </a:ln>
        </p:spPr>
        <p:txBody>
          <a:bodyPr wrap="square" lIns="91440" tIns="45720" rIns="91440" bIns="45720" anchor="t" anchorCtr="0"/>
          <a:p>
            <a:pPr defTabSz="457200">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ru-RU" sz="2400" b="1" dirty="0" err="1">
              <a:solidFill>
                <a:srgbClr val="000000"/>
              </a:solidFill>
              <a:ea typeface="Microsoft YaHei" panose="020B0503020204020204" charset="-122"/>
            </a:endParaRPr>
          </a:p>
        </p:txBody>
      </p:sp>
      <p:pic>
        <p:nvPicPr>
          <p:cNvPr id="3" name="Picture 2" descr="Screenshot 2025-12-28 192025"/>
          <p:cNvPicPr>
            <a:picLocks noChangeAspect="1"/>
          </p:cNvPicPr>
          <p:nvPr/>
        </p:nvPicPr>
        <p:blipFill>
          <a:blip r:embed="rId1"/>
          <a:stretch>
            <a:fillRect/>
          </a:stretch>
        </p:blipFill>
        <p:spPr>
          <a:xfrm>
            <a:off x="161925" y="1089025"/>
            <a:ext cx="4778375" cy="3156585"/>
          </a:xfrm>
          <a:prstGeom prst="rect">
            <a:avLst/>
          </a:prstGeom>
        </p:spPr>
      </p:pic>
      <p:pic>
        <p:nvPicPr>
          <p:cNvPr id="4" name="Picture 3" descr="Screenshot 2025-12-28 192055"/>
          <p:cNvPicPr>
            <a:picLocks noChangeAspect="1"/>
          </p:cNvPicPr>
          <p:nvPr/>
        </p:nvPicPr>
        <p:blipFill>
          <a:blip r:embed="rId2"/>
          <a:stretch>
            <a:fillRect/>
          </a:stretch>
        </p:blipFill>
        <p:spPr>
          <a:xfrm>
            <a:off x="207010" y="4779010"/>
            <a:ext cx="6808470" cy="1975485"/>
          </a:xfrm>
          <a:prstGeom prst="rect">
            <a:avLst/>
          </a:prstGeom>
        </p:spPr>
      </p:pic>
      <p:pic>
        <p:nvPicPr>
          <p:cNvPr id="2" name="Picture 1" descr="Screenshot 2025-12-28 192132"/>
          <p:cNvPicPr>
            <a:picLocks noChangeAspect="1"/>
          </p:cNvPicPr>
          <p:nvPr/>
        </p:nvPicPr>
        <p:blipFill>
          <a:blip r:embed="rId3"/>
          <a:stretch>
            <a:fillRect/>
          </a:stretch>
        </p:blipFill>
        <p:spPr>
          <a:xfrm>
            <a:off x="2609215" y="2513965"/>
            <a:ext cx="6494780" cy="2148205"/>
          </a:xfrm>
          <a:prstGeom prst="rect">
            <a:avLst/>
          </a:prstGeom>
        </p:spPr>
      </p:pic>
    </p:spTree>
  </p:cSld>
  <p:clrMapOvr>
    <a:masterClrMapping/>
  </p:clrMapOvr>
  <p:transition spd="med"/>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Text Box 614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ru-RU" sz="4200" dirty="0" err="1">
                <a:solidFill>
                  <a:srgbClr val="FFFFFF"/>
                </a:solidFill>
                <a:ea typeface="Microsoft YaHei" panose="020B0503020204020204" charset="-122"/>
              </a:rPr>
              <a:t>Альтернативні програми</a:t>
            </a:r>
            <a:endParaRPr lang="uk-UA" altLang="ru-RU" sz="4200" dirty="0" err="1">
              <a:solidFill>
                <a:srgbClr val="FFFFFF"/>
              </a:solidFill>
              <a:ea typeface="Microsoft YaHei" panose="020B0503020204020204" charset="-122"/>
            </a:endParaRPr>
          </a:p>
        </p:txBody>
      </p:sp>
      <p:sp>
        <p:nvSpPr>
          <p:cNvPr id="6146" name="Text Box 6145"/>
          <p:cNvSpPr txBox="1"/>
          <p:nvPr/>
        </p:nvSpPr>
        <p:spPr>
          <a:xfrm>
            <a:off x="515620" y="1386205"/>
            <a:ext cx="8053705" cy="4419600"/>
          </a:xfrm>
          <a:prstGeom prst="rect">
            <a:avLst/>
          </a:prstGeom>
          <a:noFill/>
          <a:ln w="9525">
            <a:noFill/>
          </a:ln>
        </p:spPr>
        <p:txBody>
          <a:bodyPr wrap="square" lIns="91440" tIns="45720" rIns="91440" bIns="45720" anchor="t" anchorCtr="0"/>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800" b="1" dirty="0" err="1">
                <a:solidFill>
                  <a:srgbClr val="000000"/>
                </a:solidFill>
                <a:ea typeface="Microsoft YaHei" panose="020B0503020204020204" charset="-122"/>
              </a:rPr>
              <a:t>Postman </a:t>
            </a:r>
            <a:r>
              <a:rPr lang="en-US" altLang="en-US" sz="1800" dirty="0" err="1">
                <a:solidFill>
                  <a:srgbClr val="000000"/>
                </a:solidFill>
                <a:ea typeface="Microsoft YaHei" panose="020B0503020204020204" charset="-122"/>
              </a:rPr>
              <a:t>— </a:t>
            </a:r>
            <a:r>
              <a:rPr lang="uk-UA" altLang="en-US" sz="1800" dirty="0" err="1">
                <a:solidFill>
                  <a:srgbClr val="000000"/>
                </a:solidFill>
                <a:ea typeface="Microsoft YaHei" panose="020B0503020204020204" charset="-122"/>
              </a:rPr>
              <a:t>к</a:t>
            </a:r>
            <a:r>
              <a:rPr lang="en-US" altLang="en-US" sz="1800" dirty="0" err="1">
                <a:solidFill>
                  <a:srgbClr val="000000"/>
                </a:solidFill>
                <a:ea typeface="Microsoft YaHei" panose="020B0503020204020204" charset="-122"/>
              </a:rPr>
              <a:t>ласика для ручного/автоматизованого тестування, імпорт OpenAPI, середовища, скрипти, mocking </a:t>
            </a:r>
            <a:r>
              <a:rPr lang="en-US" altLang="en-US" sz="1800" b="1" dirty="0" err="1">
                <a:solidFill>
                  <a:srgbClr val="000000"/>
                </a:solidFill>
                <a:ea typeface="Microsoft YaHei" panose="020B0503020204020204" charset="-122"/>
                <a:hlinkClick r:id="rId1" action="ppaction://hlinkfile"/>
              </a:rPr>
              <a:t>https://www.postman.com/</a:t>
            </a:r>
            <a:endParaRPr lang="en-US" altLang="en-US" sz="1800" dirty="0" err="1">
              <a:solidFill>
                <a:srgbClr val="000000"/>
              </a:solidFill>
              <a:ea typeface="Microsoft YaHei" panose="020B0503020204020204" charset="-122"/>
            </a:endParaRPr>
          </a:p>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800" b="1" dirty="0" err="1">
                <a:solidFill>
                  <a:srgbClr val="000000"/>
                </a:solidFill>
                <a:ea typeface="Microsoft YaHei" panose="020B0503020204020204" charset="-122"/>
              </a:rPr>
              <a:t>Kong Insomnia</a:t>
            </a:r>
            <a:r>
              <a:rPr lang="en-US" altLang="en-US" sz="1800" dirty="0" err="1">
                <a:solidFill>
                  <a:srgbClr val="000000"/>
                </a:solidFill>
                <a:ea typeface="Microsoft YaHei" panose="020B0503020204020204" charset="-122"/>
              </a:rPr>
              <a:t> — </a:t>
            </a:r>
            <a:r>
              <a:rPr lang="uk-UA" altLang="en-US" sz="1800" dirty="0" err="1">
                <a:solidFill>
                  <a:srgbClr val="000000"/>
                </a:solidFill>
                <a:ea typeface="Microsoft YaHei" panose="020B0503020204020204" charset="-122"/>
              </a:rPr>
              <a:t>л</a:t>
            </a:r>
            <a:r>
              <a:rPr lang="en-US" altLang="en-US" sz="1800" dirty="0" err="1">
                <a:solidFill>
                  <a:srgbClr val="000000"/>
                </a:solidFill>
                <a:ea typeface="Microsoft YaHei" panose="020B0503020204020204" charset="-122"/>
              </a:rPr>
              <a:t>егкий desktop-клієнт (open-source core), підтримка REST, плагіни, простий інтерфейс без зайвого</a:t>
            </a:r>
            <a:r>
              <a:rPr lang="uk-UA" altLang="en-US" sz="1800" dirty="0" err="1">
                <a:solidFill>
                  <a:srgbClr val="000000"/>
                </a:solidFill>
                <a:ea typeface="Microsoft YaHei" panose="020B0503020204020204" charset="-122"/>
              </a:rPr>
              <a:t> </a:t>
            </a:r>
            <a:r>
              <a:rPr lang="en-US" altLang="en-US" sz="1800" b="1" dirty="0" err="1">
                <a:solidFill>
                  <a:srgbClr val="000000"/>
                </a:solidFill>
                <a:ea typeface="Microsoft YaHei" panose="020B0503020204020204" charset="-122"/>
                <a:hlinkClick r:id="rId2" action="ppaction://hlinkfile"/>
              </a:rPr>
              <a:t>https://github.com/Kong/insomnia</a:t>
            </a:r>
            <a:endParaRPr lang="en-US" altLang="en-US" sz="1800" dirty="0" err="1">
              <a:solidFill>
                <a:srgbClr val="000000"/>
              </a:solidFill>
              <a:ea typeface="Microsoft YaHei" panose="020B0503020204020204" charset="-122"/>
            </a:endParaRPr>
          </a:p>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800" b="1" dirty="0" err="1">
                <a:solidFill>
                  <a:srgbClr val="000000"/>
                </a:solidFill>
                <a:ea typeface="Microsoft YaHei" panose="020B0503020204020204" charset="-122"/>
              </a:rPr>
              <a:t>Hoppscotch </a:t>
            </a:r>
            <a:r>
              <a:rPr lang="en-US" altLang="en-US" sz="1800" dirty="0" err="1">
                <a:solidFill>
                  <a:srgbClr val="000000"/>
                </a:solidFill>
                <a:ea typeface="Microsoft YaHei" panose="020B0503020204020204" charset="-122"/>
              </a:rPr>
              <a:t>— </a:t>
            </a:r>
            <a:r>
              <a:rPr lang="uk-UA" altLang="en-US" sz="1800" dirty="0" err="1">
                <a:solidFill>
                  <a:srgbClr val="000000"/>
                </a:solidFill>
                <a:ea typeface="Microsoft YaHei" panose="020B0503020204020204" charset="-122"/>
              </a:rPr>
              <a:t>б</a:t>
            </a:r>
            <a:r>
              <a:rPr lang="en-US" altLang="en-US" sz="1800" dirty="0" err="1">
                <a:solidFill>
                  <a:srgbClr val="000000"/>
                </a:solidFill>
                <a:ea typeface="Microsoft YaHei" panose="020B0503020204020204" charset="-122"/>
              </a:rPr>
              <a:t>езкоштовний open-source веб/десктоп клієнт, швидкий, з </a:t>
            </a:r>
            <a:r>
              <a:rPr lang="uk-UA" altLang="en-US" sz="1800" dirty="0" err="1">
                <a:solidFill>
                  <a:srgbClr val="000000"/>
                </a:solidFill>
                <a:ea typeface="Microsoft YaHei" panose="020B0503020204020204" charset="-122"/>
              </a:rPr>
              <a:t>підтримкою </a:t>
            </a:r>
            <a:r>
              <a:rPr lang="en-US" altLang="en-US" sz="1800" dirty="0" err="1">
                <a:solidFill>
                  <a:srgbClr val="000000"/>
                </a:solidFill>
                <a:ea typeface="Microsoft YaHei" panose="020B0503020204020204" charset="-122"/>
              </a:rPr>
              <a:t>collaboration, імпорт OpenAPI/WebSockets</a:t>
            </a:r>
            <a:r>
              <a:rPr lang="uk-UA" altLang="en-US" sz="1800" dirty="0" err="1">
                <a:solidFill>
                  <a:srgbClr val="000000"/>
                </a:solidFill>
                <a:ea typeface="Microsoft YaHei" panose="020B0503020204020204" charset="-122"/>
              </a:rPr>
              <a:t> </a:t>
            </a:r>
            <a:r>
              <a:rPr lang="en-US" altLang="en-US" sz="1800" b="1" dirty="0" err="1">
                <a:solidFill>
                  <a:srgbClr val="000000"/>
                </a:solidFill>
                <a:ea typeface="Microsoft YaHei" panose="020B0503020204020204" charset="-122"/>
                <a:hlinkClick r:id="rId3" action="ppaction://hlinkfile"/>
              </a:rPr>
              <a:t>https://hoppscotch.io/</a:t>
            </a:r>
            <a:endParaRPr lang="en-US" altLang="en-US" sz="1800" dirty="0" err="1">
              <a:solidFill>
                <a:srgbClr val="000000"/>
              </a:solidFill>
              <a:ea typeface="Microsoft YaHei" panose="020B0503020204020204" charset="-122"/>
            </a:endParaRPr>
          </a:p>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800" b="1" dirty="0" err="1">
                <a:solidFill>
                  <a:srgbClr val="000000"/>
                </a:solidFill>
                <a:ea typeface="Microsoft YaHei" panose="020B0503020204020204" charset="-122"/>
              </a:rPr>
              <a:t>Apidog </a:t>
            </a:r>
            <a:r>
              <a:rPr lang="en-US" altLang="en-US" sz="1800" dirty="0" err="1">
                <a:solidFill>
                  <a:srgbClr val="000000"/>
                </a:solidFill>
                <a:ea typeface="Microsoft YaHei" panose="020B0503020204020204" charset="-122"/>
              </a:rPr>
              <a:t>— дизайн, тестування, mocking, документація, кодогенерація. Топ-альтернатива Postman</a:t>
            </a:r>
            <a:r>
              <a:rPr lang="uk-UA" altLang="en-US" sz="1800" dirty="0" err="1">
                <a:solidFill>
                  <a:srgbClr val="000000"/>
                </a:solidFill>
                <a:ea typeface="Microsoft YaHei" panose="020B0503020204020204" charset="-122"/>
              </a:rPr>
              <a:t> </a:t>
            </a:r>
            <a:r>
              <a:rPr lang="en-US" altLang="en-US" sz="1800" b="1" dirty="0" err="1">
                <a:solidFill>
                  <a:srgbClr val="000000"/>
                </a:solidFill>
                <a:ea typeface="Microsoft YaHei" panose="020B0503020204020204" charset="-122"/>
                <a:hlinkClick r:id="rId4" action="ppaction://hlinkfile"/>
              </a:rPr>
              <a:t>https://apidog.com/</a:t>
            </a:r>
            <a:endParaRPr lang="en-US" altLang="en-US" sz="1800" dirty="0" err="1">
              <a:solidFill>
                <a:srgbClr val="000000"/>
              </a:solidFill>
              <a:ea typeface="Microsoft YaHei" panose="020B0503020204020204" charset="-122"/>
            </a:endParaRPr>
          </a:p>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800" b="1" dirty="0" err="1">
                <a:solidFill>
                  <a:srgbClr val="000000"/>
                </a:solidFill>
                <a:ea typeface="Microsoft YaHei" panose="020B0503020204020204" charset="-122"/>
              </a:rPr>
              <a:t>Thunder Client </a:t>
            </a:r>
            <a:r>
              <a:rPr lang="en-US" altLang="en-US" sz="1800" dirty="0" err="1">
                <a:solidFill>
                  <a:srgbClr val="000000"/>
                </a:solidFill>
                <a:ea typeface="Microsoft YaHei" panose="020B0503020204020204" charset="-122"/>
              </a:rPr>
              <a:t>— </a:t>
            </a:r>
            <a:r>
              <a:rPr lang="uk-UA" altLang="en-US" sz="1800" dirty="0" err="1">
                <a:solidFill>
                  <a:srgbClr val="000000"/>
                </a:solidFill>
                <a:ea typeface="Microsoft YaHei" panose="020B0503020204020204" charset="-122"/>
              </a:rPr>
              <a:t>р</a:t>
            </a:r>
            <a:r>
              <a:rPr lang="en-US" altLang="en-US" sz="1800" dirty="0" err="1">
                <a:solidFill>
                  <a:srgbClr val="000000"/>
                </a:solidFill>
                <a:ea typeface="Microsoft YaHei" panose="020B0503020204020204" charset="-122"/>
              </a:rPr>
              <a:t>озширення для VS Code, легке, інтегроване в IDE, колекції та тести без перемикання вікон</a:t>
            </a:r>
            <a:endParaRPr lang="en-US" altLang="en-US" sz="1800" dirty="0" err="1">
              <a:solidFill>
                <a:srgbClr val="000000"/>
              </a:solidFill>
              <a:ea typeface="Microsoft YaHei" panose="020B0503020204020204" charset="-122"/>
            </a:endParaRPr>
          </a:p>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800" b="1" dirty="0" err="1">
                <a:solidFill>
                  <a:srgbClr val="000000"/>
                </a:solidFill>
                <a:ea typeface="Microsoft YaHei" panose="020B0503020204020204" charset="-122"/>
              </a:rPr>
              <a:t>REST Client </a:t>
            </a:r>
            <a:r>
              <a:rPr lang="en-US" altLang="en-US" sz="1800" dirty="0" err="1">
                <a:solidFill>
                  <a:srgbClr val="000000"/>
                </a:solidFill>
                <a:ea typeface="Microsoft YaHei" panose="020B0503020204020204" charset="-122"/>
              </a:rPr>
              <a:t>— </a:t>
            </a:r>
            <a:r>
              <a:rPr lang="uk-UA" altLang="en-US" sz="1800" dirty="0" err="1">
                <a:solidFill>
                  <a:srgbClr val="000000"/>
                </a:solidFill>
                <a:ea typeface="Microsoft YaHei" panose="020B0503020204020204" charset="-122"/>
              </a:rPr>
              <a:t>р</a:t>
            </a:r>
            <a:r>
              <a:rPr lang="en-US" altLang="en-US" sz="1800" dirty="0" err="1">
                <a:solidFill>
                  <a:srgbClr val="000000"/>
                </a:solidFill>
                <a:ea typeface="Microsoft YaHei" panose="020B0503020204020204" charset="-122"/>
              </a:rPr>
              <a:t>озширення VS Code для .http/.rest файлів (як curl), змінні, автентифікація, git-friendly, вбудоване в IDE</a:t>
            </a:r>
            <a:endParaRPr lang="en-US" altLang="en-US" sz="1800" dirty="0" err="1">
              <a:solidFill>
                <a:srgbClr val="000000"/>
              </a:solidFill>
              <a:ea typeface="Microsoft YaHei" panose="020B0503020204020204" charset="-122"/>
            </a:endParaRPr>
          </a:p>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800" b="1" dirty="0" err="1">
                <a:solidFill>
                  <a:srgbClr val="000000"/>
                </a:solidFill>
                <a:ea typeface="Microsoft YaHei" panose="020B0503020204020204" charset="-122"/>
              </a:rPr>
              <a:t>Bruno </a:t>
            </a:r>
            <a:r>
              <a:rPr lang="en-US" altLang="en-US" sz="1800" dirty="0" err="1">
                <a:solidFill>
                  <a:srgbClr val="000000"/>
                </a:solidFill>
                <a:ea typeface="Microsoft YaHei" panose="020B0503020204020204" charset="-122"/>
              </a:rPr>
              <a:t>— зберігає все локально в файлах (git-friendly), швидкий, імпорт з Postman</a:t>
            </a:r>
            <a:r>
              <a:rPr lang="uk-UA" altLang="en-US" sz="1800" dirty="0" err="1">
                <a:solidFill>
                  <a:srgbClr val="000000"/>
                </a:solidFill>
                <a:ea typeface="Microsoft YaHei" panose="020B0503020204020204" charset="-122"/>
              </a:rPr>
              <a:t>, фокус на приватність </a:t>
            </a:r>
            <a:r>
              <a:rPr lang="en-US" altLang="en-US" sz="1800" b="1" dirty="0" err="1">
                <a:solidFill>
                  <a:srgbClr val="000000"/>
                </a:solidFill>
                <a:ea typeface="Microsoft YaHei" panose="020B0503020204020204" charset="-122"/>
                <a:hlinkClick r:id="rId5" action="ppaction://hlinkfile"/>
              </a:rPr>
              <a:t>https://www.usebruno.com</a:t>
            </a:r>
            <a:endParaRPr lang="en-US" altLang="en-US" sz="1800" b="1" dirty="0" err="1">
              <a:solidFill>
                <a:srgbClr val="000000"/>
              </a:solidFill>
              <a:ea typeface="Microsoft YaHei" panose="020B0503020204020204" charset="-122"/>
            </a:endParaRPr>
          </a:p>
        </p:txBody>
      </p:sp>
    </p:spTree>
  </p:cSld>
  <p:clrMapOvr>
    <a:masterClrMapping/>
  </p:clrMapOvr>
  <p:transition spd="med"/>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Text Box 5222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uk-UA" sz="4200" dirty="0" err="1">
                <a:solidFill>
                  <a:srgbClr val="FFFFFF"/>
                </a:solidFill>
                <a:ea typeface="Microsoft YaHei" panose="020B0503020204020204" charset="-122"/>
              </a:rPr>
              <a:t>ДЗ</a:t>
            </a:r>
            <a:endParaRPr lang="uk-UA" altLang="uk-UA" sz="4200" dirty="0" err="1">
              <a:solidFill>
                <a:srgbClr val="FFFFFF"/>
              </a:solidFill>
              <a:ea typeface="Microsoft YaHei" panose="020B0503020204020204" charset="-122"/>
            </a:endParaRPr>
          </a:p>
        </p:txBody>
      </p:sp>
      <p:sp>
        <p:nvSpPr>
          <p:cNvPr id="52226" name="Text Box 52225"/>
          <p:cNvSpPr txBox="1"/>
          <p:nvPr/>
        </p:nvSpPr>
        <p:spPr>
          <a:xfrm>
            <a:off x="526415" y="1430655"/>
            <a:ext cx="8033385" cy="4419600"/>
          </a:xfrm>
          <a:prstGeom prst="rect">
            <a:avLst/>
          </a:prstGeom>
          <a:noFill/>
          <a:ln w="9525">
            <a:noFill/>
          </a:ln>
        </p:spPr>
        <p:txBody>
          <a:bodyPr wrap="square" lIns="91440" tIns="45720" rIns="91440" bIns="45720" anchor="t" anchorCtr="0"/>
          <a:p>
            <a:pPr algn="ctr" defTabSz="457200">
              <a:spcBef>
                <a:spcPts val="800"/>
              </a:spcBef>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z="3200" b="1" dirty="0" err="1">
              <a:solidFill>
                <a:srgbClr val="0070C0"/>
              </a:solidFill>
              <a:ea typeface="Microsoft YaHei" panose="020B0503020204020204" charset="-122"/>
            </a:endParaRPr>
          </a:p>
          <a:p>
            <a:pPr algn="ctr" defTabSz="457200">
              <a:spcBef>
                <a:spcPts val="800"/>
              </a:spcBef>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z="3200" b="1" dirty="0" err="1">
              <a:solidFill>
                <a:srgbClr val="0070C0"/>
              </a:solidFill>
              <a:ea typeface="Microsoft YaHei" panose="020B0503020204020204" charset="-122"/>
            </a:endParaRPr>
          </a:p>
          <a:p>
            <a:pPr algn="ctr" defTabSz="457200">
              <a:spcBef>
                <a:spcPts val="800"/>
              </a:spcBef>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3200" b="1" dirty="0" err="1">
                <a:solidFill>
                  <a:srgbClr val="0070C0"/>
                </a:solidFill>
                <a:ea typeface="Microsoft YaHei" panose="020B0503020204020204" charset="-122"/>
                <a:hlinkClick r:id="rId1" action="ppaction://hlinkfile"/>
              </a:rPr>
              <a:t>https://gist.github.com/sunmeat/6d7752315b5a133423b9823e98521f06</a:t>
            </a:r>
            <a:endParaRPr lang="en-US" altLang="en-US" sz="3200" b="1" dirty="0" err="1">
              <a:solidFill>
                <a:srgbClr val="0070C0"/>
              </a:solidFill>
              <a:ea typeface="Microsoft YaHei" panose="020B0503020204020204" charset="-122"/>
            </a:endParaRPr>
          </a:p>
        </p:txBody>
      </p:sp>
      <p:sp>
        <p:nvSpPr>
          <p:cNvPr id="2" name="Text Box 1"/>
          <p:cNvSpPr txBox="1"/>
          <p:nvPr/>
        </p:nvSpPr>
        <p:spPr>
          <a:xfrm>
            <a:off x="2286000" y="6400800"/>
            <a:ext cx="4572000" cy="368300"/>
          </a:xfrm>
          <a:prstGeom prst="rect">
            <a:avLst/>
          </a:prstGeom>
          <a:noFill/>
        </p:spPr>
        <p:txBody>
          <a:bodyPr wrap="square" rtlCol="0" anchor="t">
            <a:spAutoFit/>
          </a:bodyPr>
          <a:p>
            <a:pPr algn="ctr"/>
            <a:endParaRPr lang="en-US" altLang="en-US" b="1">
              <a:solidFill>
                <a:srgbClr val="0070C0"/>
              </a:solidFill>
            </a:endParaRPr>
          </a:p>
        </p:txBody>
      </p:sp>
    </p:spTree>
  </p:cSld>
  <p:clrMapOvr>
    <a:masterClrMapping/>
  </p:clrMapOvr>
  <p:transition spd="med"/>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Text Box 614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ru-RU" sz="4200" dirty="0" err="1">
                <a:solidFill>
                  <a:srgbClr val="FFFFFF"/>
                </a:solidFill>
                <a:ea typeface="Microsoft YaHei" panose="020B0503020204020204" charset="-122"/>
              </a:rPr>
              <a:t>Клієнтська частина </a:t>
            </a:r>
            <a:r>
              <a:rPr lang="en-US" altLang="ru-RU" sz="4200" dirty="0" err="1">
                <a:solidFill>
                  <a:srgbClr val="FFFFFF"/>
                </a:solidFill>
                <a:ea typeface="Microsoft YaHei" panose="020B0503020204020204" charset="-122"/>
              </a:rPr>
              <a:t>Web API</a:t>
            </a:r>
            <a:endParaRPr lang="en-US" altLang="ru-RU" sz="4200" dirty="0" err="1">
              <a:solidFill>
                <a:srgbClr val="FFFFFF"/>
              </a:solidFill>
              <a:ea typeface="Microsoft YaHei" panose="020B0503020204020204" charset="-122"/>
            </a:endParaRPr>
          </a:p>
        </p:txBody>
      </p:sp>
      <p:sp>
        <p:nvSpPr>
          <p:cNvPr id="6146" name="Text Box 6145"/>
          <p:cNvSpPr txBox="1"/>
          <p:nvPr/>
        </p:nvSpPr>
        <p:spPr>
          <a:xfrm>
            <a:off x="515620" y="1386205"/>
            <a:ext cx="8053705" cy="4419600"/>
          </a:xfrm>
          <a:prstGeom prst="rect">
            <a:avLst/>
          </a:prstGeom>
          <a:noFill/>
          <a:ln w="9525">
            <a:noFill/>
          </a:ln>
        </p:spPr>
        <p:txBody>
          <a:bodyPr wrap="square" lIns="91440" tIns="45720" rIns="91440" bIns="45720" anchor="t" anchorCtr="0"/>
          <a:p>
            <a:pPr defTabSz="457200">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000" dirty="0" err="1">
                <a:solidFill>
                  <a:srgbClr val="000000"/>
                </a:solidFill>
                <a:ea typeface="Microsoft YaHei" panose="020B0503020204020204" charset="-122"/>
              </a:rPr>
              <a:t>При створенні Web API на ASP.NET Core розробники часто фокусуються переважно на серверній логіці: контролерах, моделях, базі даних та безпеці. Однак API саме по собі є лише </a:t>
            </a:r>
            <a:r>
              <a:rPr lang="en-US" altLang="en-US" sz="2000" dirty="0" err="1">
                <a:solidFill>
                  <a:srgbClr val="000000"/>
                </a:solidFill>
                <a:ea typeface="Microsoft YaHei" panose="020B0503020204020204" charset="-122"/>
              </a:rPr>
              <a:t>«</a:t>
            </a:r>
            <a:r>
              <a:rPr lang="en-US" altLang="en-US" sz="2000" dirty="0" err="1">
                <a:solidFill>
                  <a:srgbClr val="000000"/>
                </a:solidFill>
                <a:ea typeface="Microsoft YaHei" panose="020B0503020204020204" charset="-122"/>
              </a:rPr>
              <a:t>бекендом</a:t>
            </a:r>
            <a:r>
              <a:rPr lang="en-US" altLang="en-US" sz="2000" dirty="0" err="1">
                <a:solidFill>
                  <a:srgbClr val="000000"/>
                </a:solidFill>
                <a:ea typeface="Microsoft YaHei" panose="020B0503020204020204" charset="-122"/>
              </a:rPr>
              <a:t>»</a:t>
            </a:r>
            <a:r>
              <a:rPr lang="en-US" altLang="en-US" sz="2000" dirty="0" err="1">
                <a:solidFill>
                  <a:srgbClr val="000000"/>
                </a:solidFill>
                <a:ea typeface="Microsoft YaHei" panose="020B0503020204020204" charset="-122"/>
              </a:rPr>
              <a:t>, який надає дані, але не визначає, як користувач їх побачить чи </a:t>
            </a:r>
            <a:r>
              <a:rPr lang="uk-UA" altLang="en-US" sz="2000" dirty="0" err="1">
                <a:solidFill>
                  <a:srgbClr val="000000"/>
                </a:solidFill>
                <a:ea typeface="Microsoft YaHei" panose="020B0503020204020204" charset="-122"/>
              </a:rPr>
              <a:t>як </a:t>
            </a:r>
            <a:r>
              <a:rPr lang="en-US" altLang="en-US" sz="2000" dirty="0" err="1">
                <a:solidFill>
                  <a:srgbClr val="000000"/>
                </a:solidFill>
                <a:ea typeface="Microsoft YaHei" panose="020B0503020204020204" charset="-122"/>
              </a:rPr>
              <a:t>з ними взаємодіятиме. Без продуманої клієнтської частини API залишається </a:t>
            </a:r>
            <a:r>
              <a:rPr lang="en-US" altLang="en-US" sz="2000" dirty="0" err="1">
                <a:solidFill>
                  <a:srgbClr val="000000"/>
                </a:solidFill>
                <a:ea typeface="Microsoft YaHei" panose="020B0503020204020204" charset="-122"/>
              </a:rPr>
              <a:t>«</a:t>
            </a:r>
            <a:r>
              <a:rPr lang="en-US" altLang="en-US" sz="2000" dirty="0" err="1">
                <a:solidFill>
                  <a:srgbClr val="000000"/>
                </a:solidFill>
                <a:ea typeface="Microsoft YaHei" panose="020B0503020204020204" charset="-122"/>
              </a:rPr>
              <a:t>невидимим</a:t>
            </a:r>
            <a:r>
              <a:rPr lang="en-US" altLang="en-US" sz="2000" dirty="0" err="1">
                <a:solidFill>
                  <a:srgbClr val="000000"/>
                </a:solidFill>
                <a:ea typeface="Microsoft YaHei" panose="020B0503020204020204" charset="-122"/>
              </a:rPr>
              <a:t>»</a:t>
            </a:r>
            <a:r>
              <a:rPr lang="en-US" altLang="en-US" sz="2000" dirty="0" err="1">
                <a:solidFill>
                  <a:srgbClr val="000000"/>
                </a:solidFill>
                <a:ea typeface="Microsoft YaHei" panose="020B0503020204020204" charset="-122"/>
              </a:rPr>
              <a:t> для кінцевого користувача, і весь проєкт втрачає практичну цінність.</a:t>
            </a:r>
            <a:endParaRPr lang="en-US" altLang="en-US" sz="2000" dirty="0" err="1">
              <a:solidFill>
                <a:srgbClr val="000000"/>
              </a:solidFill>
              <a:ea typeface="Microsoft YaHei" panose="020B0503020204020204" charset="-122"/>
            </a:endParaRPr>
          </a:p>
          <a:p>
            <a:pPr defTabSz="457200">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000" dirty="0" err="1">
                <a:solidFill>
                  <a:srgbClr val="000000"/>
                </a:solidFill>
                <a:ea typeface="Microsoft YaHei" panose="020B0503020204020204" charset="-122"/>
              </a:rPr>
              <a:t>Клієнтська частина відповідає за зручність використання, швидкість реакції на дії користувача, валідацію введення та привабливий інтерфейс. Якщо її не спланувати заздалегідь, згодом доведеться переробляти API під конкретні потреби фронтенду або створювати кілька різних клієнтів для різних платформ. Продуманий підхід до клієнта на етапі дизайну API дозволяє уникнути таких проблем і зробити систему гнучкішою.</a:t>
            </a:r>
            <a:endParaRPr lang="en-US" altLang="en-US" sz="2000" dirty="0" err="1">
              <a:solidFill>
                <a:srgbClr val="000000"/>
              </a:solidFill>
              <a:ea typeface="Microsoft YaHei" panose="020B0503020204020204" charset="-122"/>
            </a:endParaRPr>
          </a:p>
        </p:txBody>
      </p:sp>
    </p:spTree>
  </p:cSld>
  <p:clrMapOvr>
    <a:masterClrMapping/>
  </p:clrMapOvr>
  <p:transition spd="med"/>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Text Box 614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ru-RU" sz="4200" dirty="0" err="1">
                <a:solidFill>
                  <a:srgbClr val="FFFFFF"/>
                </a:solidFill>
                <a:ea typeface="Microsoft YaHei" panose="020B0503020204020204" charset="-122"/>
              </a:rPr>
              <a:t>Підходи до створення клієнта</a:t>
            </a:r>
            <a:endParaRPr lang="uk-UA" altLang="ru-RU" sz="4200" dirty="0" err="1">
              <a:solidFill>
                <a:srgbClr val="FFFFFF"/>
              </a:solidFill>
              <a:ea typeface="Microsoft YaHei" panose="020B0503020204020204" charset="-122"/>
            </a:endParaRPr>
          </a:p>
        </p:txBody>
      </p:sp>
      <p:sp>
        <p:nvSpPr>
          <p:cNvPr id="6146" name="Text Box 6145"/>
          <p:cNvSpPr txBox="1"/>
          <p:nvPr/>
        </p:nvSpPr>
        <p:spPr>
          <a:xfrm>
            <a:off x="515620" y="1386205"/>
            <a:ext cx="8053705" cy="4419600"/>
          </a:xfrm>
          <a:prstGeom prst="rect">
            <a:avLst/>
          </a:prstGeom>
          <a:noFill/>
          <a:ln w="9525">
            <a:noFill/>
          </a:ln>
        </p:spPr>
        <p:txBody>
          <a:bodyPr wrap="square" lIns="91440" tIns="45720" rIns="91440" bIns="45720" anchor="t" anchorCtr="0"/>
          <a:p>
            <a:pPr defTabSz="457200">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000" dirty="0" err="1">
                <a:solidFill>
                  <a:srgbClr val="000000"/>
                </a:solidFill>
                <a:ea typeface="Microsoft YaHei" panose="020B0503020204020204" charset="-122"/>
              </a:rPr>
              <a:t>Існує кілька фундаментальних підходів до створення клієнта </a:t>
            </a:r>
            <a:r>
              <a:rPr lang="uk-UA" altLang="en-US" sz="2000" dirty="0" err="1">
                <a:solidFill>
                  <a:srgbClr val="000000"/>
                </a:solidFill>
                <a:ea typeface="Microsoft YaHei" panose="020B0503020204020204" charset="-122"/>
              </a:rPr>
              <a:t>   </a:t>
            </a:r>
            <a:r>
              <a:rPr lang="en-US" altLang="en-US" sz="2000" dirty="0" err="1">
                <a:solidFill>
                  <a:srgbClr val="000000"/>
                </a:solidFill>
                <a:ea typeface="Microsoft YaHei" panose="020B0503020204020204" charset="-122"/>
              </a:rPr>
              <a:t>для Web API. Найпоширеніші: традиційний серверний рендеринг (MVC з Razor), односторінковий додаток (SPA) на фреймворках типу Angular, React чи Vue.js, а також </a:t>
            </a:r>
            <a:r>
              <a:rPr lang="en-US" altLang="en-US" sz="2000" dirty="0" err="1">
                <a:solidFill>
                  <a:srgbClr val="000000"/>
                </a:solidFill>
                <a:ea typeface="Microsoft YaHei" panose="020B0503020204020204" charset="-122"/>
              </a:rPr>
              <a:t>«</a:t>
            </a:r>
            <a:r>
              <a:rPr lang="en-US" altLang="en-US" sz="2000" dirty="0" err="1">
                <a:solidFill>
                  <a:srgbClr val="000000"/>
                </a:solidFill>
                <a:ea typeface="Microsoft YaHei" panose="020B0503020204020204" charset="-122"/>
              </a:rPr>
              <a:t>легкий</a:t>
            </a:r>
            <a:r>
              <a:rPr lang="en-US" altLang="en-US" sz="2000" dirty="0" err="1">
                <a:solidFill>
                  <a:srgbClr val="000000"/>
                </a:solidFill>
                <a:ea typeface="Microsoft YaHei" panose="020B0503020204020204" charset="-122"/>
              </a:rPr>
              <a:t>»</a:t>
            </a:r>
            <a:r>
              <a:rPr lang="en-US" altLang="en-US" sz="2000" dirty="0" err="1">
                <a:solidFill>
                  <a:srgbClr val="000000"/>
                </a:solidFill>
                <a:ea typeface="Microsoft YaHei" panose="020B0503020204020204" charset="-122"/>
              </a:rPr>
              <a:t> клієнт на чистому JavaScript з використанням Fetch API або Axios.</a:t>
            </a:r>
            <a:endParaRPr lang="en-US" altLang="en-US" sz="2000" dirty="0" err="1">
              <a:solidFill>
                <a:srgbClr val="000000"/>
              </a:solidFill>
              <a:ea typeface="Microsoft YaHei" panose="020B0503020204020204" charset="-122"/>
            </a:endParaRPr>
          </a:p>
          <a:p>
            <a:pPr defTabSz="457200">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000" dirty="0" err="1">
                <a:solidFill>
                  <a:srgbClr val="000000"/>
                </a:solidFill>
                <a:ea typeface="Microsoft YaHei" panose="020B0503020204020204" charset="-122"/>
              </a:rPr>
              <a:t>Кожен варіант має свої переваги. Серверний рендеринг забезпечує кращу SEO та швидке перше завантаження, але менш інтерактивний. SPA-додатки дають багатий та швидкий інтерфейс, близький до десктопних програм, але вимагають більше зусиль </a:t>
            </a:r>
            <a:r>
              <a:rPr lang="uk-UA" altLang="en-US" sz="2000" dirty="0" err="1">
                <a:solidFill>
                  <a:srgbClr val="000000"/>
                </a:solidFill>
                <a:ea typeface="Microsoft YaHei" panose="020B0503020204020204" charset="-122"/>
              </a:rPr>
              <a:t> </a:t>
            </a:r>
            <a:r>
              <a:rPr lang="en-US" altLang="en-US" sz="2000" dirty="0" err="1">
                <a:solidFill>
                  <a:srgbClr val="000000"/>
                </a:solidFill>
                <a:ea typeface="Microsoft YaHei" panose="020B0503020204020204" charset="-122"/>
              </a:rPr>
              <a:t>на налаштування та </a:t>
            </a:r>
            <a:r>
              <a:rPr lang="uk-UA" altLang="en-US" sz="2000" dirty="0" err="1">
                <a:solidFill>
                  <a:srgbClr val="000000"/>
                </a:solidFill>
                <a:ea typeface="Microsoft YaHei" panose="020B0503020204020204" charset="-122"/>
              </a:rPr>
              <a:t>керування </a:t>
            </a:r>
            <a:r>
              <a:rPr lang="en-US" altLang="en-US" sz="2000" dirty="0" err="1">
                <a:solidFill>
                  <a:srgbClr val="000000"/>
                </a:solidFill>
                <a:ea typeface="Microsoft YaHei" panose="020B0503020204020204" charset="-122"/>
              </a:rPr>
              <a:t>станом. Простий JavaScript-клієнт є компромісом: мінімум залежностей, швидка розробка та повний контроль над DOM.</a:t>
            </a:r>
            <a:endParaRPr lang="en-US" altLang="en-US" sz="2000" dirty="0" err="1">
              <a:solidFill>
                <a:srgbClr val="000000"/>
              </a:solidFill>
              <a:ea typeface="Microsoft YaHei" panose="020B0503020204020204" charset="-122"/>
            </a:endParaRPr>
          </a:p>
          <a:p>
            <a:pPr defTabSz="457200">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000" dirty="0" err="1">
                <a:solidFill>
                  <a:srgbClr val="000000"/>
                </a:solidFill>
                <a:ea typeface="Microsoft YaHei" panose="020B0503020204020204" charset="-122"/>
              </a:rPr>
              <a:t>Вибір залежить від розміру проєкту, вимог до продуктивності, команди розробників та цільової аудиторії. Важливо враховувати </a:t>
            </a:r>
            <a:r>
              <a:rPr lang="uk-UA" altLang="en-US" sz="2000" dirty="0" err="1">
                <a:solidFill>
                  <a:srgbClr val="000000"/>
                </a:solidFill>
                <a:ea typeface="Microsoft YaHei" panose="020B0503020204020204" charset="-122"/>
              </a:rPr>
              <a:t>			</a:t>
            </a:r>
            <a:r>
              <a:rPr lang="en-US" altLang="en-US" sz="2000" dirty="0" err="1">
                <a:solidFill>
                  <a:srgbClr val="000000"/>
                </a:solidFill>
                <a:ea typeface="Microsoft YaHei" panose="020B0503020204020204" charset="-122"/>
              </a:rPr>
              <a:t>це ще на етапі проєктування API.</a:t>
            </a:r>
            <a:endParaRPr lang="en-US" altLang="en-US" sz="2000" dirty="0" err="1">
              <a:solidFill>
                <a:srgbClr val="000000"/>
              </a:solidFill>
              <a:ea typeface="Microsoft YaHei" panose="020B0503020204020204" charset="-122"/>
            </a:endParaRPr>
          </a:p>
        </p:txBody>
      </p:sp>
    </p:spTree>
  </p:cSld>
  <p:clrMapOvr>
    <a:masterClrMapping/>
  </p:clrMapOvr>
  <p:transition spd="med"/>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Text Box 614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ru-RU" sz="4200" dirty="0" err="1">
                <a:solidFill>
                  <a:srgbClr val="FFFFFF"/>
                </a:solidFill>
                <a:ea typeface="Microsoft YaHei" panose="020B0503020204020204" charset="-122"/>
              </a:rPr>
              <a:t>Приклад клієнтської частини</a:t>
            </a:r>
            <a:endParaRPr lang="uk-UA" altLang="ru-RU" sz="4200" dirty="0" err="1">
              <a:solidFill>
                <a:srgbClr val="FFFFFF"/>
              </a:solidFill>
              <a:ea typeface="Microsoft YaHei" panose="020B0503020204020204" charset="-122"/>
            </a:endParaRPr>
          </a:p>
        </p:txBody>
      </p:sp>
      <p:sp>
        <p:nvSpPr>
          <p:cNvPr id="6146" name="Text Box 6145"/>
          <p:cNvSpPr txBox="1"/>
          <p:nvPr/>
        </p:nvSpPr>
        <p:spPr>
          <a:xfrm>
            <a:off x="515620" y="1386205"/>
            <a:ext cx="8053705" cy="4419600"/>
          </a:xfrm>
          <a:prstGeom prst="rect">
            <a:avLst/>
          </a:prstGeom>
          <a:noFill/>
          <a:ln w="9525">
            <a:noFill/>
          </a:ln>
        </p:spPr>
        <p:txBody>
          <a:bodyPr wrap="square" lIns="91440" tIns="45720" rIns="91440" bIns="45720" anchor="t" anchorCtr="0"/>
          <a:p>
            <a:pPr algn="ctr" defTabSz="457200">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3200" b="1" dirty="0" err="1">
                <a:solidFill>
                  <a:srgbClr val="000000"/>
                </a:solidFill>
                <a:ea typeface="Microsoft YaHei" panose="020B0503020204020204" charset="-122"/>
                <a:hlinkClick r:id="rId1" action="ppaction://hlinkfile"/>
              </a:rPr>
              <a:t>https://github.com/sunmeat/aspnetcore_webapiclient</a:t>
            </a:r>
            <a:endParaRPr lang="en-US" altLang="en-US" sz="3200" b="1" dirty="0" err="1">
              <a:solidFill>
                <a:srgbClr val="000000"/>
              </a:solidFill>
              <a:ea typeface="Microsoft YaHei" panose="020B0503020204020204" charset="-122"/>
            </a:endParaRPr>
          </a:p>
        </p:txBody>
      </p:sp>
      <p:pic>
        <p:nvPicPr>
          <p:cNvPr id="2" name="Picture 1"/>
          <p:cNvPicPr>
            <a:picLocks noChangeAspect="1"/>
          </p:cNvPicPr>
          <p:nvPr/>
        </p:nvPicPr>
        <p:blipFill>
          <a:blip r:embed="rId2"/>
          <a:stretch>
            <a:fillRect/>
          </a:stretch>
        </p:blipFill>
        <p:spPr>
          <a:xfrm>
            <a:off x="0" y="2467610"/>
            <a:ext cx="9144000" cy="5656580"/>
          </a:xfrm>
          <a:prstGeom prst="rect">
            <a:avLst/>
          </a:prstGeom>
        </p:spPr>
      </p:pic>
    </p:spTree>
  </p:cSld>
  <p:clrMapOvr>
    <a:masterClrMapping/>
  </p:clrMapOvr>
  <p:transition spd="med"/>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Text Box 614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ru-RU" sz="4200" dirty="0" err="1">
                <a:solidFill>
                  <a:srgbClr val="FFFFFF"/>
                </a:solidFill>
                <a:ea typeface="Microsoft YaHei" panose="020B0503020204020204" charset="-122"/>
              </a:rPr>
              <a:t>Коментарі до прикладу</a:t>
            </a:r>
            <a:endParaRPr lang="uk-UA" altLang="ru-RU" sz="4200" dirty="0" err="1">
              <a:solidFill>
                <a:srgbClr val="FFFFFF"/>
              </a:solidFill>
              <a:ea typeface="Microsoft YaHei" panose="020B0503020204020204" charset="-122"/>
            </a:endParaRPr>
          </a:p>
        </p:txBody>
      </p:sp>
      <p:sp>
        <p:nvSpPr>
          <p:cNvPr id="6146" name="Text Box 6145"/>
          <p:cNvSpPr txBox="1"/>
          <p:nvPr/>
        </p:nvSpPr>
        <p:spPr>
          <a:xfrm>
            <a:off x="515620" y="1386205"/>
            <a:ext cx="8053705" cy="4419600"/>
          </a:xfrm>
          <a:prstGeom prst="rect">
            <a:avLst/>
          </a:prstGeom>
          <a:noFill/>
          <a:ln w="9525">
            <a:noFill/>
          </a:ln>
        </p:spPr>
        <p:txBody>
          <a:bodyPr wrap="square" lIns="91440" tIns="45720" rIns="91440" bIns="45720" anchor="t" anchorCtr="0"/>
          <a:p>
            <a:pPr defTabSz="457200">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100" dirty="0" err="1">
                <a:solidFill>
                  <a:srgbClr val="000000"/>
                </a:solidFill>
                <a:ea typeface="Microsoft YaHei" panose="020B0503020204020204" charset="-122"/>
              </a:rPr>
              <a:t>У наданому прикладі використано найпростіший і найлегший варіант — клієнтську частину на чистому HTML, CSS та JavaScript без жодних зовнішніх фреймворків. Весь інтерфейс (форма та таблиця) описаний у index.html, стилі — у окремому CSS-файлі, а логіка взаємодії з API — у script.js.</a:t>
            </a:r>
            <a:endParaRPr lang="en-US" altLang="en-US" sz="2100" dirty="0" err="1">
              <a:solidFill>
                <a:srgbClr val="000000"/>
              </a:solidFill>
              <a:ea typeface="Microsoft YaHei" panose="020B0503020204020204" charset="-122"/>
            </a:endParaRPr>
          </a:p>
          <a:p>
            <a:pPr defTabSz="457200">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100" dirty="0" err="1">
                <a:solidFill>
                  <a:srgbClr val="000000"/>
                </a:solidFill>
                <a:ea typeface="Microsoft YaHei" panose="020B0503020204020204" charset="-122"/>
              </a:rPr>
              <a:t>Такий підхід ідеально підходить для невеликих внутрішніх застосунків, адмін-панелей чи навчальних проєктів. </a:t>
            </a:r>
            <a:r>
              <a:rPr lang="uk-UA" altLang="en-US" sz="2100" dirty="0" err="1">
                <a:solidFill>
                  <a:srgbClr val="000000"/>
                </a:solidFill>
                <a:ea typeface="Microsoft YaHei" panose="020B0503020204020204" charset="-122"/>
              </a:rPr>
              <a:t>              </a:t>
            </a:r>
            <a:r>
              <a:rPr lang="en-US" altLang="en-US" sz="2100" dirty="0" err="1">
                <a:solidFill>
                  <a:srgbClr val="000000"/>
                </a:solidFill>
                <a:ea typeface="Microsoft YaHei" panose="020B0503020204020204" charset="-122"/>
              </a:rPr>
              <a:t>Він не потребує складного процесу збірки (webpack, vite тощо), легко розгортається разом зі статичними файлами через app.UseStaticFiles() і швидко завантажується. Весь код зрозумілий і легко підтримується навіть одним розробником.</a:t>
            </a:r>
            <a:endParaRPr lang="en-US" altLang="en-US" sz="2100" dirty="0" err="1">
              <a:solidFill>
                <a:srgbClr val="000000"/>
              </a:solidFill>
              <a:ea typeface="Microsoft YaHei" panose="020B0503020204020204" charset="-122"/>
            </a:endParaRPr>
          </a:p>
          <a:p>
            <a:pPr defTabSz="457200">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100" dirty="0" err="1">
                <a:solidFill>
                  <a:srgbClr val="000000"/>
                </a:solidFill>
                <a:ea typeface="Microsoft YaHei" panose="020B0503020204020204" charset="-122"/>
              </a:rPr>
              <a:t>Недолік — ручне керування DOM та відсутність вбудованих механізмів реактивності, тому при значному зростанні функціоналу код може стати громіздким.</a:t>
            </a:r>
            <a:endParaRPr lang="en-US" altLang="en-US" sz="2100" dirty="0" err="1">
              <a:solidFill>
                <a:srgbClr val="000000"/>
              </a:solidFill>
              <a:ea typeface="Microsoft YaHei" panose="020B0503020204020204" charset="-122"/>
            </a:endParaRPr>
          </a:p>
        </p:txBody>
      </p:sp>
    </p:spTree>
  </p:cSld>
  <p:clrMapOvr>
    <a:masterClrMapping/>
  </p:clrMapOvr>
  <p:transition spd="med"/>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Text Box 614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ru-RU" sz="4200" dirty="0" err="1">
                <a:solidFill>
                  <a:srgbClr val="FFFFFF"/>
                </a:solidFill>
                <a:ea typeface="Microsoft YaHei" panose="020B0503020204020204" charset="-122"/>
              </a:rPr>
              <a:t>Переваги та недоліки підходу</a:t>
            </a:r>
            <a:endParaRPr lang="uk-UA" altLang="ru-RU" sz="4200" dirty="0" err="1">
              <a:solidFill>
                <a:srgbClr val="FFFFFF"/>
              </a:solidFill>
              <a:ea typeface="Microsoft YaHei" panose="020B0503020204020204" charset="-122"/>
            </a:endParaRPr>
          </a:p>
        </p:txBody>
      </p:sp>
      <p:sp>
        <p:nvSpPr>
          <p:cNvPr id="6146" name="Text Box 6145"/>
          <p:cNvSpPr txBox="1"/>
          <p:nvPr/>
        </p:nvSpPr>
        <p:spPr>
          <a:xfrm>
            <a:off x="515620" y="1386205"/>
            <a:ext cx="8053705" cy="4419600"/>
          </a:xfrm>
          <a:prstGeom prst="rect">
            <a:avLst/>
          </a:prstGeom>
          <a:noFill/>
          <a:ln w="9525">
            <a:noFill/>
          </a:ln>
        </p:spPr>
        <p:txBody>
          <a:bodyPr wrap="square" lIns="91440" tIns="45720" rIns="91440" bIns="45720" anchor="t" anchorCtr="0"/>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000" dirty="0" err="1">
                <a:solidFill>
                  <a:srgbClr val="000000"/>
                </a:solidFill>
                <a:ea typeface="Microsoft YaHei" panose="020B0503020204020204" charset="-122"/>
              </a:rPr>
              <a:t>Переваги цього підходу очевидні: мінімальна кількість залежностей, маленький розмір бандла, повна сумісність </a:t>
            </a:r>
            <a:r>
              <a:rPr lang="uk-UA" altLang="en-US" sz="2000" dirty="0" err="1">
                <a:solidFill>
                  <a:srgbClr val="000000"/>
                </a:solidFill>
                <a:ea typeface="Microsoft YaHei" panose="020B0503020204020204" charset="-122"/>
              </a:rPr>
              <a:t>          </a:t>
            </a:r>
            <a:r>
              <a:rPr lang="en-US" altLang="en-US" sz="2000" dirty="0" err="1">
                <a:solidFill>
                  <a:srgbClr val="000000"/>
                </a:solidFill>
                <a:ea typeface="Microsoft YaHei" panose="020B0503020204020204" charset="-122"/>
              </a:rPr>
              <a:t>з будь-яким браузером та швидке прототипування. У прикладі всі операції CRUD реалізовані через стандартний Fetch API, </a:t>
            </a:r>
            <a:r>
              <a:rPr lang="uk-UA" altLang="en-US" sz="2000" dirty="0" err="1">
                <a:solidFill>
                  <a:srgbClr val="000000"/>
                </a:solidFill>
                <a:ea typeface="Microsoft YaHei" panose="020B0503020204020204" charset="-122"/>
              </a:rPr>
              <a:t>    </a:t>
            </a:r>
            <a:r>
              <a:rPr lang="en-US" altLang="en-US" sz="2000" dirty="0" err="1">
                <a:solidFill>
                  <a:srgbClr val="000000"/>
                </a:solidFill>
                <a:ea typeface="Microsoft YaHei" panose="020B0503020204020204" charset="-122"/>
              </a:rPr>
              <a:t>а оновлення таблиці відбувається шляхом вставки готового HTML-рядка за допомогою insertAdjacentHTML — це швидко та просто.</a:t>
            </a:r>
            <a:r>
              <a:rPr lang="uk-UA" altLang="en-US" sz="2000" dirty="0" err="1">
                <a:solidFill>
                  <a:srgbClr val="000000"/>
                </a:solidFill>
                <a:ea typeface="Microsoft YaHei" panose="020B0503020204020204" charset="-122"/>
              </a:rPr>
              <a:t> </a:t>
            </a:r>
            <a:r>
              <a:rPr lang="en-US" altLang="en-US" sz="2000" dirty="0" err="1">
                <a:solidFill>
                  <a:srgbClr val="000000"/>
                </a:solidFill>
                <a:ea typeface="Microsoft YaHei" panose="020B0503020204020204" charset="-122"/>
              </a:rPr>
              <a:t>Також легко забезпечити делегування подій </a:t>
            </a:r>
            <a:r>
              <a:rPr lang="uk-UA" altLang="en-US" sz="2000" dirty="0" err="1">
                <a:solidFill>
                  <a:srgbClr val="000000"/>
                </a:solidFill>
                <a:ea typeface="Microsoft YaHei" panose="020B0503020204020204" charset="-122"/>
              </a:rPr>
              <a:t>                    </a:t>
            </a:r>
            <a:r>
              <a:rPr lang="en-US" altLang="en-US" sz="2000" dirty="0" err="1">
                <a:solidFill>
                  <a:srgbClr val="000000"/>
                </a:solidFill>
                <a:ea typeface="Microsoft YaHei" panose="020B0503020204020204" charset="-122"/>
              </a:rPr>
              <a:t>(як у прикладі для кнопок </a:t>
            </a:r>
            <a:r>
              <a:rPr lang="en-US" altLang="en-US" sz="2000" dirty="0" err="1">
                <a:solidFill>
                  <a:srgbClr val="000000"/>
                </a:solidFill>
                <a:ea typeface="Microsoft YaHei" panose="020B0503020204020204" charset="-122"/>
              </a:rPr>
              <a:t>«</a:t>
            </a:r>
            <a:r>
              <a:rPr lang="en-US" altLang="en-US" sz="2000" dirty="0" err="1">
                <a:solidFill>
                  <a:srgbClr val="000000"/>
                </a:solidFill>
                <a:ea typeface="Microsoft YaHei" panose="020B0503020204020204" charset="-122"/>
              </a:rPr>
              <a:t>Редагувати</a:t>
            </a:r>
            <a:r>
              <a:rPr lang="en-US" altLang="en-US" sz="2000" dirty="0" err="1">
                <a:solidFill>
                  <a:srgbClr val="000000"/>
                </a:solidFill>
                <a:ea typeface="Microsoft YaHei" panose="020B0503020204020204" charset="-122"/>
              </a:rPr>
              <a:t>»</a:t>
            </a:r>
            <a:r>
              <a:rPr lang="en-US" altLang="en-US" sz="2000" dirty="0" err="1">
                <a:solidFill>
                  <a:srgbClr val="000000"/>
                </a:solidFill>
                <a:ea typeface="Microsoft YaHei" panose="020B0503020204020204" charset="-122"/>
              </a:rPr>
              <a:t> та </a:t>
            </a:r>
            <a:r>
              <a:rPr lang="en-US" altLang="en-US" sz="2000" dirty="0" err="1">
                <a:solidFill>
                  <a:srgbClr val="000000"/>
                </a:solidFill>
                <a:ea typeface="Microsoft YaHei" panose="020B0503020204020204" charset="-122"/>
              </a:rPr>
              <a:t>«</a:t>
            </a:r>
            <a:r>
              <a:rPr lang="en-US" altLang="en-US" sz="2000" dirty="0" err="1">
                <a:solidFill>
                  <a:srgbClr val="000000"/>
                </a:solidFill>
                <a:ea typeface="Microsoft YaHei" panose="020B0503020204020204" charset="-122"/>
              </a:rPr>
              <a:t>Видалити</a:t>
            </a:r>
            <a:r>
              <a:rPr lang="en-US" altLang="en-US" sz="2000" dirty="0" err="1">
                <a:solidFill>
                  <a:srgbClr val="000000"/>
                </a:solidFill>
                <a:ea typeface="Microsoft YaHei" panose="020B0503020204020204" charset="-122"/>
              </a:rPr>
              <a:t>»</a:t>
            </a:r>
            <a:r>
              <a:rPr lang="en-US" altLang="en-US" sz="2000" dirty="0" err="1">
                <a:solidFill>
                  <a:srgbClr val="000000"/>
                </a:solidFill>
                <a:ea typeface="Microsoft YaHei" panose="020B0503020204020204" charset="-122"/>
              </a:rPr>
              <a:t>), </a:t>
            </a:r>
            <a:r>
              <a:rPr lang="uk-UA" altLang="en-US" sz="2000" dirty="0" err="1">
                <a:solidFill>
                  <a:srgbClr val="000000"/>
                </a:solidFill>
                <a:ea typeface="Microsoft YaHei" panose="020B0503020204020204" charset="-122"/>
              </a:rPr>
              <a:t>       </a:t>
            </a:r>
            <a:r>
              <a:rPr lang="en-US" altLang="en-US" sz="2000" dirty="0" err="1">
                <a:solidFill>
                  <a:srgbClr val="000000"/>
                </a:solidFill>
                <a:ea typeface="Microsoft YaHei" panose="020B0503020204020204" charset="-122"/>
              </a:rPr>
              <a:t>що дозволяє працювати з динамічно створеними елементами. Такий код легко читати та модифікувати, а для невеликих проєктів не потрібні додаткові інструменти збірки.</a:t>
            </a:r>
            <a:endParaRPr lang="en-US" altLang="en-US" sz="2000" dirty="0" err="1">
              <a:solidFill>
                <a:srgbClr val="000000"/>
              </a:solidFill>
              <a:ea typeface="Microsoft YaHei" panose="020B0503020204020204" charset="-122"/>
            </a:endParaRPr>
          </a:p>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000" dirty="0" err="1">
                <a:solidFill>
                  <a:srgbClr val="000000"/>
                </a:solidFill>
                <a:ea typeface="Microsoft YaHei" panose="020B0503020204020204" charset="-122"/>
              </a:rPr>
              <a:t>Серед недоліків — дублювання логіки валідації (як на клієнті, так і на сервері), відсутність автоматичного оновлення стану </a:t>
            </a:r>
            <a:r>
              <a:rPr lang="uk-UA" altLang="en-US" sz="2000" dirty="0" err="1">
                <a:solidFill>
                  <a:srgbClr val="000000"/>
                </a:solidFill>
                <a:ea typeface="Microsoft YaHei" panose="020B0503020204020204" charset="-122"/>
              </a:rPr>
              <a:t> </a:t>
            </a:r>
            <a:r>
              <a:rPr lang="en-US" altLang="en-US" sz="2000" dirty="0" err="1">
                <a:solidFill>
                  <a:srgbClr val="000000"/>
                </a:solidFill>
                <a:ea typeface="Microsoft YaHei" panose="020B0503020204020204" charset="-122"/>
              </a:rPr>
              <a:t>та складніше масштабування при додаванні нових форм чи складних взаємодій.</a:t>
            </a:r>
            <a:endParaRPr lang="en-US" altLang="en-US" sz="2000" dirty="0" err="1">
              <a:solidFill>
                <a:srgbClr val="000000"/>
              </a:solidFill>
              <a:ea typeface="Microsoft YaHei" panose="020B0503020204020204" charset="-122"/>
            </a:endParaRPr>
          </a:p>
        </p:txBody>
      </p:sp>
    </p:spTree>
  </p:cSld>
  <p:clrMapOvr>
    <a:masterClrMapping/>
  </p:clrMapOvr>
  <p:transition spd="med"/>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Text Box 614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ru-RU" sz="4200" dirty="0" err="1">
                <a:solidFill>
                  <a:srgbClr val="FFFFFF"/>
                </a:solidFill>
                <a:ea typeface="Microsoft YaHei" panose="020B0503020204020204" charset="-122"/>
              </a:rPr>
              <a:t>Альтернативні підходи</a:t>
            </a:r>
            <a:endParaRPr lang="uk-UA" altLang="ru-RU" sz="4200" dirty="0" err="1">
              <a:solidFill>
                <a:srgbClr val="FFFFFF"/>
              </a:solidFill>
              <a:ea typeface="Microsoft YaHei" panose="020B0503020204020204" charset="-122"/>
            </a:endParaRPr>
          </a:p>
        </p:txBody>
      </p:sp>
      <p:sp>
        <p:nvSpPr>
          <p:cNvPr id="6146" name="Text Box 6145"/>
          <p:cNvSpPr txBox="1"/>
          <p:nvPr/>
        </p:nvSpPr>
        <p:spPr>
          <a:xfrm>
            <a:off x="515620" y="1386205"/>
            <a:ext cx="8053705" cy="4419600"/>
          </a:xfrm>
          <a:prstGeom prst="rect">
            <a:avLst/>
          </a:prstGeom>
          <a:noFill/>
          <a:ln w="9525">
            <a:noFill/>
          </a:ln>
        </p:spPr>
        <p:txBody>
          <a:bodyPr wrap="square" lIns="91440" tIns="45720" rIns="91440" bIns="45720" anchor="t" anchorCtr="0"/>
          <a:p>
            <a:pPr defTabSz="457200">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100" dirty="0" err="1">
                <a:solidFill>
                  <a:srgbClr val="000000"/>
                </a:solidFill>
                <a:ea typeface="Microsoft YaHei" panose="020B0503020204020204" charset="-122"/>
              </a:rPr>
              <a:t>Якщо проєкт планується розширювати, варто розглянути односторінкові додатки на React, Vue.js чи Angular. </a:t>
            </a:r>
            <a:r>
              <a:rPr lang="uk-UA" altLang="en-US" sz="2100" dirty="0" err="1">
                <a:solidFill>
                  <a:srgbClr val="000000"/>
                </a:solidFill>
                <a:ea typeface="Microsoft YaHei" panose="020B0503020204020204" charset="-122"/>
              </a:rPr>
              <a:t>                  </a:t>
            </a:r>
            <a:r>
              <a:rPr lang="en-US" altLang="en-US" sz="2100" dirty="0" err="1">
                <a:solidFill>
                  <a:srgbClr val="000000"/>
                </a:solidFill>
                <a:ea typeface="Microsoft YaHei" panose="020B0503020204020204" charset="-122"/>
              </a:rPr>
              <a:t>Ці фреймворки пропонують компонентний підхід, автоматичне оновлення інтерфейсу при зміні даних (реактивність), вбудовані механізми маршрутизації та управління станом (Redux, </a:t>
            </a:r>
            <a:r>
              <a:rPr lang="en-US" altLang="en-US" sz="2100" dirty="0" err="1">
                <a:solidFill>
                  <a:srgbClr val="000000"/>
                </a:solidFill>
                <a:ea typeface="Microsoft YaHei" panose="020B0503020204020204" charset="-122"/>
                <a:hlinkClick r:id="rId1" action="ppaction://hlinkfile"/>
              </a:rPr>
              <a:t>Pinia</a:t>
            </a:r>
            <a:r>
              <a:rPr lang="en-US" altLang="en-US" sz="2100" dirty="0" err="1">
                <a:solidFill>
                  <a:srgbClr val="000000"/>
                </a:solidFill>
                <a:ea typeface="Microsoft YaHei" panose="020B0503020204020204" charset="-122"/>
              </a:rPr>
              <a:t>, </a:t>
            </a:r>
            <a:r>
              <a:rPr lang="en-US" altLang="en-US" sz="2100" dirty="0" err="1">
                <a:solidFill>
                  <a:srgbClr val="000000"/>
                </a:solidFill>
                <a:ea typeface="Microsoft YaHei" panose="020B0503020204020204" charset="-122"/>
                <a:hlinkClick r:id="rId2" action="ppaction://hlinkfile"/>
              </a:rPr>
              <a:t>NgRx</a:t>
            </a:r>
            <a:r>
              <a:rPr lang="en-US" altLang="en-US" sz="2100" dirty="0" err="1">
                <a:solidFill>
                  <a:srgbClr val="000000"/>
                </a:solidFill>
                <a:ea typeface="Microsoft YaHei" panose="020B0503020204020204" charset="-122"/>
              </a:rPr>
              <a:t>).</a:t>
            </a:r>
            <a:endParaRPr lang="en-US" altLang="en-US" sz="2100" dirty="0" err="1">
              <a:solidFill>
                <a:srgbClr val="000000"/>
              </a:solidFill>
              <a:ea typeface="Microsoft YaHei" panose="020B0503020204020204" charset="-122"/>
            </a:endParaRPr>
          </a:p>
          <a:p>
            <a:pPr defTabSz="457200">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100" dirty="0" err="1">
                <a:solidFill>
                  <a:srgbClr val="000000"/>
                </a:solidFill>
                <a:ea typeface="Microsoft YaHei" panose="020B0503020204020204" charset="-122"/>
              </a:rPr>
              <a:t>У такому випадку ASP.NET Core Web API залишається чистим бекендом, а весь фронтенд збирається окремо і розміщується або на тому ж сервері (через UseStaticFiles), або на окремому хостингу (Netlify, Vercel). Це дозволяє розділити команди full-stack на backend- та frontend-розробників.</a:t>
            </a:r>
            <a:endParaRPr lang="en-US" altLang="en-US" sz="2100" dirty="0" err="1">
              <a:solidFill>
                <a:srgbClr val="000000"/>
              </a:solidFill>
              <a:ea typeface="Microsoft YaHei" panose="020B0503020204020204" charset="-122"/>
            </a:endParaRPr>
          </a:p>
          <a:p>
            <a:pPr defTabSz="457200">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100" dirty="0" err="1">
                <a:solidFill>
                  <a:srgbClr val="000000"/>
                </a:solidFill>
                <a:ea typeface="Microsoft YaHei" panose="020B0503020204020204" charset="-122"/>
              </a:rPr>
              <a:t>Для швидкого старту Microsoft пропонує шаблони проєктів типу </a:t>
            </a:r>
            <a:r>
              <a:rPr lang="en-US" altLang="en-US" sz="2100" dirty="0" err="1">
                <a:solidFill>
                  <a:srgbClr val="000000"/>
                </a:solidFill>
                <a:ea typeface="Microsoft YaHei" panose="020B0503020204020204" charset="-122"/>
              </a:rPr>
              <a:t>«</a:t>
            </a:r>
            <a:r>
              <a:rPr lang="en-US" altLang="en-US" sz="2100" dirty="0" err="1">
                <a:solidFill>
                  <a:srgbClr val="000000"/>
                </a:solidFill>
                <a:ea typeface="Microsoft YaHei" panose="020B0503020204020204" charset="-122"/>
              </a:rPr>
              <a:t>ASP.NET Core with React</a:t>
            </a:r>
            <a:r>
              <a:rPr lang="en-US" altLang="en-US" sz="2100" dirty="0" err="1">
                <a:solidFill>
                  <a:srgbClr val="000000"/>
                </a:solidFill>
                <a:ea typeface="Microsoft YaHei" panose="020B0503020204020204" charset="-122"/>
              </a:rPr>
              <a:t>»</a:t>
            </a:r>
            <a:r>
              <a:rPr lang="en-US" altLang="en-US" sz="2100" dirty="0" err="1">
                <a:solidFill>
                  <a:srgbClr val="000000"/>
                </a:solidFill>
                <a:ea typeface="Microsoft YaHei" panose="020B0503020204020204" charset="-122"/>
              </a:rPr>
              <a:t> чи </a:t>
            </a:r>
            <a:r>
              <a:rPr lang="en-US" altLang="en-US" sz="2100" dirty="0" err="1">
                <a:solidFill>
                  <a:srgbClr val="000000"/>
                </a:solidFill>
                <a:ea typeface="Microsoft YaHei" panose="020B0503020204020204" charset="-122"/>
              </a:rPr>
              <a:t>«</a:t>
            </a:r>
            <a:r>
              <a:rPr lang="en-US" altLang="en-US" sz="2100" dirty="0" err="1">
                <a:solidFill>
                  <a:srgbClr val="000000"/>
                </a:solidFill>
                <a:ea typeface="Microsoft YaHei" panose="020B0503020204020204" charset="-122"/>
              </a:rPr>
              <a:t>ASP.NET Core with Angular</a:t>
            </a:r>
            <a:r>
              <a:rPr lang="en-US" altLang="en-US" sz="2100" dirty="0" err="1">
                <a:solidFill>
                  <a:srgbClr val="000000"/>
                </a:solidFill>
                <a:ea typeface="Microsoft YaHei" panose="020B0503020204020204" charset="-122"/>
              </a:rPr>
              <a:t>»</a:t>
            </a:r>
            <a:r>
              <a:rPr lang="en-US" altLang="en-US" sz="2100" dirty="0" err="1">
                <a:solidFill>
                  <a:srgbClr val="000000"/>
                </a:solidFill>
                <a:ea typeface="Microsoft YaHei" panose="020B0503020204020204" charset="-122"/>
              </a:rPr>
              <a:t>, які вже містять налаштовану інтеграцію.</a:t>
            </a:r>
            <a:endParaRPr lang="en-US" altLang="en-US" sz="2100" dirty="0" err="1">
              <a:solidFill>
                <a:srgbClr val="000000"/>
              </a:solidFill>
              <a:ea typeface="Microsoft YaHei" panose="020B0503020204020204" charset="-122"/>
            </a:endParaRPr>
          </a:p>
        </p:txBody>
      </p:sp>
    </p:spTree>
  </p:cSld>
  <p:clrMapOvr>
    <a:masterClrMapping/>
  </p:clrMapOvr>
  <p:transition spd="med"/>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Text Box 614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ru-RU" sz="4200" dirty="0" err="1">
                <a:solidFill>
                  <a:srgbClr val="FFFFFF"/>
                </a:solidFill>
                <a:sym typeface="+mn-ea"/>
              </a:rPr>
              <a:t>React + ASP.NET Core</a:t>
            </a:r>
            <a:endParaRPr lang="ru-RU" altLang="uk-UA" sz="4200" dirty="0" err="1">
              <a:solidFill>
                <a:srgbClr val="FFFFFF"/>
              </a:solidFill>
              <a:ea typeface="Microsoft YaHei" panose="020B0503020204020204" charset="-122"/>
            </a:endParaRPr>
          </a:p>
        </p:txBody>
      </p:sp>
      <p:sp>
        <p:nvSpPr>
          <p:cNvPr id="6146" name="Text Box 6145"/>
          <p:cNvSpPr txBox="1"/>
          <p:nvPr/>
        </p:nvSpPr>
        <p:spPr>
          <a:xfrm>
            <a:off x="515620" y="1430655"/>
            <a:ext cx="8053705" cy="4419600"/>
          </a:xfrm>
          <a:prstGeom prst="rect">
            <a:avLst/>
          </a:prstGeom>
          <a:noFill/>
          <a:ln w="9525">
            <a:noFill/>
          </a:ln>
        </p:spPr>
        <p:txBody>
          <a:bodyPr wrap="square" lIns="91440" tIns="45720" rIns="91440" bIns="45720" anchor="t" anchorCtr="0"/>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600" b="1" dirty="0" err="1">
                <a:solidFill>
                  <a:schemeClr val="tx1"/>
                </a:solidFill>
                <a:ea typeface="Microsoft YaHei" panose="020B0503020204020204" charset="-122"/>
                <a:hlinkClick r:id="rId1" action="ppaction://hlinkfile"/>
              </a:rPr>
              <a:t>https://github.com/sunmeat/aspnetcore_react</a:t>
            </a:r>
            <a:endParaRPr lang="en-US" altLang="en-US" sz="2600" b="1" dirty="0" err="1">
              <a:solidFill>
                <a:schemeClr val="tx1"/>
              </a:solidFill>
              <a:ea typeface="Microsoft YaHei" panose="020B0503020204020204" charset="-122"/>
            </a:endParaRPr>
          </a:p>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ru-RU" altLang="en-US" sz="2600" b="1" dirty="0" err="1">
                <a:solidFill>
                  <a:schemeClr val="tx1"/>
                </a:solidFill>
                <a:ea typeface="Microsoft YaHei" panose="020B0503020204020204" charset="-122"/>
              </a:rPr>
              <a:t>п</a:t>
            </a:r>
            <a:r>
              <a:rPr lang="uk-UA" altLang="en-US" sz="2600" b="1" dirty="0" err="1">
                <a:solidFill>
                  <a:schemeClr val="tx1"/>
                </a:solidFill>
                <a:ea typeface="Microsoft YaHei" panose="020B0503020204020204" charset="-122"/>
              </a:rPr>
              <a:t>ісля клонування треба буде встановити залежності для фронтенд-частини:</a:t>
            </a:r>
            <a:endParaRPr lang="uk-UA" altLang="en-US" sz="2600" b="1" dirty="0" err="1">
              <a:solidFill>
                <a:schemeClr val="tx1"/>
              </a:solidFill>
              <a:ea typeface="Microsoft YaHei" panose="020B0503020204020204" charset="-122"/>
            </a:endParaRPr>
          </a:p>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uk-UA" altLang="en-US" sz="2600" b="1" dirty="0" err="1">
              <a:solidFill>
                <a:schemeClr val="tx1"/>
              </a:solidFill>
              <a:ea typeface="Microsoft YaHei" panose="020B0503020204020204" charset="-122"/>
            </a:endParaRPr>
          </a:p>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uk-UA" altLang="en-US" sz="2600" b="1" dirty="0" err="1">
              <a:solidFill>
                <a:schemeClr val="tx1"/>
              </a:solidFill>
              <a:ea typeface="Microsoft YaHei" panose="020B0503020204020204" charset="-122"/>
            </a:endParaRPr>
          </a:p>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uk-UA" altLang="en-US" sz="2600" b="1" dirty="0" err="1">
              <a:solidFill>
                <a:schemeClr val="tx1"/>
              </a:solidFill>
              <a:ea typeface="Microsoft YaHei" panose="020B0503020204020204" charset="-122"/>
            </a:endParaRPr>
          </a:p>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uk-UA" altLang="en-US" sz="2600" b="1" dirty="0" err="1">
              <a:solidFill>
                <a:schemeClr val="tx1"/>
              </a:solidFill>
              <a:ea typeface="Microsoft YaHei" panose="020B0503020204020204" charset="-122"/>
            </a:endParaRPr>
          </a:p>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uk-UA" altLang="en-US" sz="2600" b="1" dirty="0" err="1">
              <a:solidFill>
                <a:schemeClr val="tx1"/>
              </a:solidFill>
              <a:ea typeface="Microsoft YaHei" panose="020B0503020204020204" charset="-122"/>
            </a:endParaRPr>
          </a:p>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z="2600" b="1" dirty="0" err="1">
              <a:solidFill>
                <a:schemeClr val="tx1"/>
              </a:solidFill>
              <a:ea typeface="Microsoft YaHei" panose="020B0503020204020204" charset="-122"/>
            </a:endParaRPr>
          </a:p>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400" b="1" dirty="0" err="1">
                <a:solidFill>
                  <a:schemeClr val="tx1"/>
                </a:solidFill>
                <a:ea typeface="Microsoft YaHei" panose="020B0503020204020204" charset="-122"/>
                <a:hlinkClick r:id="rId2"/>
              </a:rPr>
              <a:t>http://localhost:5173/</a:t>
            </a:r>
            <a:endParaRPr lang="en-US" altLang="en-US" sz="2400" b="1" dirty="0" err="1">
              <a:solidFill>
                <a:schemeClr val="tx1"/>
              </a:solidFill>
              <a:ea typeface="Microsoft YaHei" panose="020B0503020204020204" charset="-122"/>
            </a:endParaRPr>
          </a:p>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400" b="1" dirty="0" err="1">
                <a:solidFill>
                  <a:schemeClr val="tx1"/>
                </a:solidFill>
                <a:ea typeface="Microsoft YaHei" panose="020B0503020204020204" charset="-122"/>
                <a:hlinkClick r:id="rId3" action="ppaction://hlinkfile"/>
              </a:rPr>
              <a:t>https://localhost:7000/api/realweather/odesa</a:t>
            </a:r>
            <a:endParaRPr lang="en-US" altLang="en-US" sz="2400" b="1" dirty="0" err="1">
              <a:solidFill>
                <a:schemeClr val="tx1"/>
              </a:solidFill>
              <a:ea typeface="Microsoft YaHei" panose="020B0503020204020204" charset="-122"/>
            </a:endParaRPr>
          </a:p>
        </p:txBody>
      </p:sp>
      <p:pic>
        <p:nvPicPr>
          <p:cNvPr id="2" name="Picture 1" descr="Screenshot 2025-12-28 105359"/>
          <p:cNvPicPr>
            <a:picLocks noChangeAspect="1"/>
          </p:cNvPicPr>
          <p:nvPr/>
        </p:nvPicPr>
        <p:blipFill>
          <a:blip r:embed="rId4"/>
          <a:stretch>
            <a:fillRect/>
          </a:stretch>
        </p:blipFill>
        <p:spPr>
          <a:xfrm>
            <a:off x="1985645" y="2708910"/>
            <a:ext cx="4435475" cy="2256155"/>
          </a:xfrm>
          <a:prstGeom prst="rect">
            <a:avLst/>
          </a:prstGeom>
        </p:spPr>
      </p:pic>
    </p:spTree>
  </p:cSld>
  <p:clrMapOvr>
    <a:masterClrMapping/>
  </p:clrMapOvr>
  <p:transition spd="med"/>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Text Box 614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4200" dirty="0" err="1">
                <a:solidFill>
                  <a:srgbClr val="FFFFFF"/>
                </a:solidFill>
                <a:ea typeface="Microsoft YaHei" panose="020B0503020204020204" charset="-122"/>
              </a:rPr>
              <a:t>Гібридні підходи та Blazor</a:t>
            </a:r>
            <a:endParaRPr lang="en-US" altLang="en-US" sz="4200" dirty="0" err="1">
              <a:solidFill>
                <a:srgbClr val="FFFFFF"/>
              </a:solidFill>
              <a:ea typeface="Microsoft YaHei" panose="020B0503020204020204" charset="-122"/>
            </a:endParaRPr>
          </a:p>
        </p:txBody>
      </p:sp>
      <p:sp>
        <p:nvSpPr>
          <p:cNvPr id="6146" name="Text Box 6145"/>
          <p:cNvSpPr txBox="1"/>
          <p:nvPr/>
        </p:nvSpPr>
        <p:spPr>
          <a:xfrm>
            <a:off x="515620" y="1386205"/>
            <a:ext cx="8053705" cy="4419600"/>
          </a:xfrm>
          <a:prstGeom prst="rect">
            <a:avLst/>
          </a:prstGeom>
          <a:noFill/>
          <a:ln w="9525">
            <a:noFill/>
          </a:ln>
        </p:spPr>
        <p:txBody>
          <a:bodyPr wrap="square" lIns="91440" tIns="45720" rIns="91440" bIns="45720" anchor="t" anchorCtr="0"/>
          <a:p>
            <a:pPr defTabSz="457200">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000" dirty="0" err="1">
                <a:solidFill>
                  <a:srgbClr val="000000"/>
                </a:solidFill>
                <a:ea typeface="Microsoft YaHei" panose="020B0503020204020204" charset="-122"/>
              </a:rPr>
              <a:t>Окрім класичних варіантів, Microsoft активно просуває </a:t>
            </a:r>
            <a:r>
              <a:rPr lang="en-US" altLang="en-US" sz="2000" b="1" dirty="0" err="1">
                <a:solidFill>
                  <a:srgbClr val="000000"/>
                </a:solidFill>
                <a:ea typeface="Microsoft YaHei" panose="020B0503020204020204" charset="-122"/>
              </a:rPr>
              <a:t>Blazor </a:t>
            </a:r>
            <a:r>
              <a:rPr lang="en-US" altLang="en-US" sz="2000" dirty="0" err="1">
                <a:solidFill>
                  <a:srgbClr val="000000"/>
                </a:solidFill>
                <a:ea typeface="Microsoft YaHei" panose="020B0503020204020204" charset="-122"/>
              </a:rPr>
              <a:t>— технологію, яка дозволяє писати клієнтську частину повністю </a:t>
            </a:r>
            <a:r>
              <a:rPr lang="uk-UA" altLang="en-US" sz="2000" dirty="0" err="1">
                <a:solidFill>
                  <a:srgbClr val="000000"/>
                </a:solidFill>
                <a:ea typeface="Microsoft YaHei" panose="020B0503020204020204" charset="-122"/>
              </a:rPr>
              <a:t>     </a:t>
            </a:r>
            <a:r>
              <a:rPr lang="en-US" altLang="en-US" sz="2000" dirty="0" err="1">
                <a:solidFill>
                  <a:srgbClr val="000000"/>
                </a:solidFill>
                <a:ea typeface="Microsoft YaHei" panose="020B0503020204020204" charset="-122"/>
              </a:rPr>
              <a:t>на C#. Blazor WebAssembly працює повністю в браузері, а Blazor Server — з постійним з’єднанням до сервера. В обох випадках код фронтенду та бекенду може знаходитися в одному проєкті та використовувати спільні моделі.</a:t>
            </a:r>
            <a:endParaRPr lang="en-US" altLang="en-US" sz="2000" dirty="0" err="1">
              <a:solidFill>
                <a:srgbClr val="000000"/>
              </a:solidFill>
              <a:ea typeface="Microsoft YaHei" panose="020B0503020204020204" charset="-122"/>
            </a:endParaRPr>
          </a:p>
          <a:p>
            <a:pPr defTabSz="457200">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000" dirty="0" err="1">
                <a:solidFill>
                  <a:srgbClr val="000000"/>
                </a:solidFill>
                <a:ea typeface="Microsoft YaHei" panose="020B0503020204020204" charset="-122"/>
              </a:rPr>
              <a:t>Blazor дає реактивний компонентний інтерфейс, сильну типізацію та інтеграцію з .NET-екосистемою без необхідності писати JavaScript (хоча його можна використовувати при потребі). </a:t>
            </a:r>
            <a:r>
              <a:rPr lang="uk-UA" altLang="en-US" sz="2000" dirty="0" err="1">
                <a:solidFill>
                  <a:srgbClr val="000000"/>
                </a:solidFill>
                <a:ea typeface="Microsoft YaHei" panose="020B0503020204020204" charset="-122"/>
              </a:rPr>
              <a:t>        </a:t>
            </a:r>
            <a:r>
              <a:rPr lang="en-US" altLang="en-US" sz="2000" dirty="0" err="1">
                <a:solidFill>
                  <a:srgbClr val="000000"/>
                </a:solidFill>
                <a:ea typeface="Microsoft YaHei" panose="020B0503020204020204" charset="-122"/>
              </a:rPr>
              <a:t>Це особливо зручно для команд, які вже знають C# і не хочуть вивчати окремий JavaScript-фреймворк.</a:t>
            </a:r>
            <a:endParaRPr lang="en-US" altLang="en-US" sz="2000" dirty="0" err="1">
              <a:solidFill>
                <a:srgbClr val="000000"/>
              </a:solidFill>
              <a:ea typeface="Microsoft YaHei" panose="020B0503020204020204" charset="-122"/>
            </a:endParaRPr>
          </a:p>
          <a:p>
            <a:pPr defTabSz="457200">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000" dirty="0" err="1">
                <a:solidFill>
                  <a:srgbClr val="000000"/>
                </a:solidFill>
                <a:ea typeface="Microsoft YaHei" panose="020B0503020204020204" charset="-122"/>
              </a:rPr>
              <a:t>Гібридний підхід — наприклад, ASP.NET Core MVC для основних сторінок + окремі SPA-компоненти для складних частин — також часто використовується в корпоративних проєктах.</a:t>
            </a:r>
            <a:endParaRPr lang="en-US" altLang="en-US" sz="2000" dirty="0" err="1">
              <a:solidFill>
                <a:srgbClr val="000000"/>
              </a:solidFill>
              <a:ea typeface="Microsoft YaHei" panose="020B0503020204020204" charset="-122"/>
            </a:endParaRPr>
          </a:p>
        </p:txBody>
      </p:sp>
    </p:spTree>
  </p:cSld>
  <p:clrMapOvr>
    <a:masterClrMapping/>
  </p:clrMapOvr>
  <p:transition spd="med"/>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Text Box 614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ru-RU" sz="4200" dirty="0" err="1">
                <a:solidFill>
                  <a:srgbClr val="FFFFFF"/>
                </a:solidFill>
                <a:ea typeface="Microsoft YaHei" panose="020B0503020204020204" charset="-122"/>
              </a:rPr>
              <a:t>Створення проєкту </a:t>
            </a:r>
            <a:r>
              <a:rPr lang="en-US" altLang="ru-RU" sz="4200" dirty="0" err="1">
                <a:solidFill>
                  <a:srgbClr val="FFFFFF"/>
                </a:solidFill>
                <a:ea typeface="Microsoft YaHei" panose="020B0503020204020204" charset="-122"/>
              </a:rPr>
              <a:t>Blazor</a:t>
            </a:r>
            <a:endParaRPr lang="en-US" altLang="ru-RU" sz="4200" dirty="0" err="1">
              <a:solidFill>
                <a:srgbClr val="FFFFFF"/>
              </a:solidFill>
              <a:ea typeface="Microsoft YaHei" panose="020B0503020204020204" charset="-122"/>
            </a:endParaRPr>
          </a:p>
        </p:txBody>
      </p:sp>
      <p:sp>
        <p:nvSpPr>
          <p:cNvPr id="6146" name="Text Box 6145"/>
          <p:cNvSpPr txBox="1"/>
          <p:nvPr/>
        </p:nvSpPr>
        <p:spPr>
          <a:xfrm>
            <a:off x="515620" y="1386205"/>
            <a:ext cx="8053705" cy="4419600"/>
          </a:xfrm>
          <a:prstGeom prst="rect">
            <a:avLst/>
          </a:prstGeom>
          <a:noFill/>
          <a:ln w="9525">
            <a:noFill/>
          </a:ln>
        </p:spPr>
        <p:txBody>
          <a:bodyPr wrap="square" lIns="91440" tIns="45720" rIns="91440" bIns="45720" anchor="t" anchorCtr="0"/>
          <a:p>
            <a:pPr marL="342900" indent="-342900" defTabSz="457200">
              <a:buClrTx/>
              <a:buSzPct val="10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uk-UA" sz="1800" b="1" dirty="0" err="1">
                <a:solidFill>
                  <a:srgbClr val="000000"/>
                </a:solidFill>
                <a:ea typeface="Microsoft YaHei" panose="020B0503020204020204" charset="-122"/>
              </a:rPr>
              <a:t>деталі по коду та структурі проєкта - трохи згодом :)</a:t>
            </a:r>
            <a:endParaRPr lang="uk-UA" altLang="uk-UA" sz="1800" b="1" dirty="0" err="1">
              <a:solidFill>
                <a:srgbClr val="000000"/>
              </a:solidFill>
              <a:ea typeface="Microsoft YaHei" panose="020B0503020204020204" charset="-122"/>
            </a:endParaRPr>
          </a:p>
        </p:txBody>
      </p:sp>
      <p:pic>
        <p:nvPicPr>
          <p:cNvPr id="2" name="Picture 1"/>
          <p:cNvPicPr>
            <a:picLocks noChangeAspect="1"/>
          </p:cNvPicPr>
          <p:nvPr/>
        </p:nvPicPr>
        <p:blipFill>
          <a:blip r:embed="rId1"/>
          <a:stretch>
            <a:fillRect/>
          </a:stretch>
        </p:blipFill>
        <p:spPr>
          <a:xfrm>
            <a:off x="71755" y="2618740"/>
            <a:ext cx="6661785" cy="4322445"/>
          </a:xfrm>
          <a:prstGeom prst="rect">
            <a:avLst/>
          </a:prstGeom>
        </p:spPr>
      </p:pic>
      <p:pic>
        <p:nvPicPr>
          <p:cNvPr id="3" name="Picture 2" descr="Screenshot 2025-12-29 130406"/>
          <p:cNvPicPr>
            <a:picLocks noChangeAspect="1"/>
          </p:cNvPicPr>
          <p:nvPr/>
        </p:nvPicPr>
        <p:blipFill>
          <a:blip r:embed="rId2"/>
          <a:stretch>
            <a:fillRect/>
          </a:stretch>
        </p:blipFill>
        <p:spPr>
          <a:xfrm>
            <a:off x="2771775" y="1791970"/>
            <a:ext cx="5621020" cy="1207135"/>
          </a:xfrm>
          <a:prstGeom prst="rect">
            <a:avLst/>
          </a:prstGeom>
        </p:spPr>
      </p:pic>
    </p:spTree>
  </p:cSld>
  <p:clrMapOvr>
    <a:masterClrMapping/>
  </p:clrMapOvr>
  <p:transition spd="med"/>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Text Box 614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sz="4200" dirty="0" err="1">
                <a:solidFill>
                  <a:srgbClr val="FFFFFF"/>
                </a:solidFill>
                <a:ea typeface="Microsoft YaHei" panose="020B0503020204020204" charset="-122"/>
              </a:rPr>
              <a:t>Висновки та рекомендації</a:t>
            </a:r>
            <a:endParaRPr lang="uk-UA" sz="4200" dirty="0" err="1">
              <a:solidFill>
                <a:srgbClr val="FFFFFF"/>
              </a:solidFill>
              <a:ea typeface="Microsoft YaHei" panose="020B0503020204020204" charset="-122"/>
            </a:endParaRPr>
          </a:p>
        </p:txBody>
      </p:sp>
      <p:sp>
        <p:nvSpPr>
          <p:cNvPr id="6146" name="Text Box 6145"/>
          <p:cNvSpPr txBox="1"/>
          <p:nvPr/>
        </p:nvSpPr>
        <p:spPr>
          <a:xfrm>
            <a:off x="515620" y="1386205"/>
            <a:ext cx="8053705" cy="4419600"/>
          </a:xfrm>
          <a:prstGeom prst="rect">
            <a:avLst/>
          </a:prstGeom>
          <a:noFill/>
          <a:ln w="9525">
            <a:noFill/>
          </a:ln>
        </p:spPr>
        <p:txBody>
          <a:bodyPr wrap="square" lIns="91440" tIns="45720" rIns="91440" bIns="45720" anchor="t" anchorCtr="0"/>
          <a:p>
            <a:pPr defTabSz="457200">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100" dirty="0" err="1">
                <a:solidFill>
                  <a:srgbClr val="000000"/>
                </a:solidFill>
                <a:ea typeface="Microsoft YaHei" panose="020B0503020204020204" charset="-122"/>
              </a:rPr>
              <a:t>Незалежно від обраного підходу, ключовий момент — продумати клієнтську частину ще на етапі дизайну API. Визначте, хто буде основним споживачем (браузер, мобільний додаток, інші сервіси), які потрібні функції та який рівень інтерактивності очікується.</a:t>
            </a:r>
            <a:endParaRPr lang="en-US" altLang="en-US" sz="2100" dirty="0" err="1">
              <a:solidFill>
                <a:srgbClr val="000000"/>
              </a:solidFill>
              <a:ea typeface="Microsoft YaHei" panose="020B0503020204020204" charset="-122"/>
            </a:endParaRPr>
          </a:p>
          <a:p>
            <a:pPr defTabSz="457200">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100" dirty="0" err="1">
                <a:solidFill>
                  <a:srgbClr val="000000"/>
                </a:solidFill>
                <a:ea typeface="Microsoft YaHei" panose="020B0503020204020204" charset="-122"/>
              </a:rPr>
              <a:t>Приклад із чистим JavaScript демонструє, що навіть простий клієнт може бути повноцінним і зручним для базових CRUD-операцій. Для більших проєктів рекомендується переходити </a:t>
            </a:r>
            <a:r>
              <a:rPr lang="uk-UA" altLang="en-US" sz="2100" dirty="0" err="1">
                <a:solidFill>
                  <a:srgbClr val="000000"/>
                </a:solidFill>
                <a:ea typeface="Microsoft YaHei" panose="020B0503020204020204" charset="-122"/>
              </a:rPr>
              <a:t> </a:t>
            </a:r>
            <a:r>
              <a:rPr lang="en-US" altLang="en-US" sz="2100" dirty="0" err="1">
                <a:solidFill>
                  <a:srgbClr val="000000"/>
                </a:solidFill>
                <a:ea typeface="Microsoft YaHei" panose="020B0503020204020204" charset="-122"/>
              </a:rPr>
              <a:t>до SPA-фреймворків або Blazor, щоб забезпечити масштабованість та кращий користувацький досвід.</a:t>
            </a:r>
            <a:endParaRPr lang="en-US" altLang="en-US" sz="2100" dirty="0" err="1">
              <a:solidFill>
                <a:srgbClr val="000000"/>
              </a:solidFill>
              <a:ea typeface="Microsoft YaHei" panose="020B0503020204020204" charset="-122"/>
            </a:endParaRPr>
          </a:p>
          <a:p>
            <a:pPr defTabSz="457200">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100" dirty="0" err="1">
                <a:solidFill>
                  <a:srgbClr val="000000"/>
                </a:solidFill>
                <a:ea typeface="Microsoft YaHei" panose="020B0503020204020204" charset="-122"/>
              </a:rPr>
              <a:t>Правильний вибір клієнтської технології не лише спрощує розробку, але й безпосередньо впливає на сприйняття продукту кінцевими користувачами, тому цьому аспекту варто приділяти не менше уваги, ніж самому Web API.</a:t>
            </a:r>
            <a:endParaRPr lang="en-US" altLang="en-US" sz="2100" dirty="0" err="1">
              <a:solidFill>
                <a:srgbClr val="000000"/>
              </a:solidFill>
              <a:ea typeface="Microsoft YaHei" panose="020B0503020204020204" charset="-122"/>
            </a:endParaRPr>
          </a:p>
        </p:txBody>
      </p:sp>
    </p:spTree>
  </p:cSld>
  <p:clrMapOvr>
    <a:masterClrMapping/>
  </p:clrMapOvr>
  <p:transition spd="med"/>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Text Box 614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sz="4200" dirty="0" err="1">
                <a:solidFill>
                  <a:srgbClr val="FFFFFF"/>
                </a:solidFill>
                <a:ea typeface="Microsoft YaHei" panose="020B0503020204020204" charset="-122"/>
              </a:rPr>
              <a:t>ДЗ</a:t>
            </a:r>
            <a:endParaRPr lang="uk-UA" sz="4200" dirty="0" err="1">
              <a:solidFill>
                <a:srgbClr val="FFFFFF"/>
              </a:solidFill>
              <a:ea typeface="Microsoft YaHei" panose="020B0503020204020204" charset="-122"/>
            </a:endParaRPr>
          </a:p>
        </p:txBody>
      </p:sp>
      <p:sp>
        <p:nvSpPr>
          <p:cNvPr id="6146" name="Text Box 6145"/>
          <p:cNvSpPr txBox="1"/>
          <p:nvPr/>
        </p:nvSpPr>
        <p:spPr>
          <a:xfrm>
            <a:off x="515620" y="1386205"/>
            <a:ext cx="8053705" cy="4419600"/>
          </a:xfrm>
          <a:prstGeom prst="rect">
            <a:avLst/>
          </a:prstGeom>
          <a:noFill/>
          <a:ln w="9525">
            <a:noFill/>
          </a:ln>
        </p:spPr>
        <p:txBody>
          <a:bodyPr wrap="square" lIns="91440" tIns="45720" rIns="91440" bIns="45720" anchor="t" anchorCtr="0"/>
          <a:p>
            <a:pPr algn="ctr" defTabSz="457200">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z="3200" b="1" dirty="0" err="1">
              <a:solidFill>
                <a:srgbClr val="000000"/>
              </a:solidFill>
              <a:ea typeface="Microsoft YaHei" panose="020B0503020204020204" charset="-122"/>
              <a:hlinkClick r:id="rId1" action="ppaction://hlinkfile"/>
            </a:endParaRPr>
          </a:p>
          <a:p>
            <a:pPr algn="ctr" defTabSz="457200">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z="3200" b="1" dirty="0" err="1">
              <a:solidFill>
                <a:srgbClr val="000000"/>
              </a:solidFill>
              <a:ea typeface="Microsoft YaHei" panose="020B0503020204020204" charset="-122"/>
              <a:hlinkClick r:id="rId1" action="ppaction://hlinkfile"/>
            </a:endParaRPr>
          </a:p>
          <a:p>
            <a:pPr algn="ctr" defTabSz="457200">
              <a:buClrTx/>
              <a:buSzPct val="10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3200" b="1" dirty="0" err="1">
                <a:solidFill>
                  <a:srgbClr val="000000"/>
                </a:solidFill>
                <a:ea typeface="Microsoft YaHei" panose="020B0503020204020204" charset="-122"/>
                <a:hlinkClick r:id="rId1" action="ppaction://hlinkfile"/>
              </a:rPr>
              <a:t>https://gist.github.com/sunmeat/ab410a3240a8c4faa81effbc2bbbceea</a:t>
            </a:r>
            <a:endParaRPr lang="en-US" altLang="en-US" sz="3200" b="1" dirty="0" err="1">
              <a:solidFill>
                <a:srgbClr val="000000"/>
              </a:solidFill>
              <a:ea typeface="Microsoft YaHei" panose="020B0503020204020204" charset="-122"/>
            </a:endParaRPr>
          </a:p>
        </p:txBody>
      </p:sp>
      <p:pic>
        <p:nvPicPr>
          <p:cNvPr id="2" name="Picture 1"/>
          <p:cNvPicPr>
            <a:picLocks noChangeAspect="1"/>
          </p:cNvPicPr>
          <p:nvPr/>
        </p:nvPicPr>
        <p:blipFill>
          <a:blip r:embed="rId2"/>
          <a:stretch>
            <a:fillRect/>
          </a:stretch>
        </p:blipFill>
        <p:spPr>
          <a:xfrm>
            <a:off x="0" y="4171950"/>
            <a:ext cx="9144000" cy="2158365"/>
          </a:xfrm>
          <a:prstGeom prst="rect">
            <a:avLst/>
          </a:prstGeom>
        </p:spPr>
      </p:pic>
    </p:spTree>
  </p:cSld>
  <p:clrMapOvr>
    <a:masterClrMapping/>
  </p:clrMapOvr>
  <p:transition spd="med"/>
  <p:timing>
    <p:tnLst>
      <p:par>
        <p:cTn id="1" dur="indefinite" restart="never" nodeType="tmRoot"/>
      </p:par>
    </p:tnLst>
  </p:timing>
</p:sld>
</file>

<file path=ppt/theme/theme1.xml><?xml version="1.0" encoding="utf-8"?>
<a:theme xmlns:a="http://schemas.openxmlformats.org/drawingml/2006/main">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
        <a:dk1>
          <a:srgbClr val="FFFFFF"/>
        </a:dk1>
        <a:lt1>
          <a:srgbClr val="0000FF"/>
        </a:lt1>
        <a:dk2>
          <a:srgbClr val="FFFF00"/>
        </a:dk2>
        <a:lt2>
          <a:srgbClr val="000000"/>
        </a:lt2>
        <a:accent1>
          <a:srgbClr val="FF9900"/>
        </a:accent1>
        <a:accent2>
          <a:srgbClr val="00FFFF"/>
        </a:accent2>
        <a:accent3>
          <a:srgbClr val="AAAAFF"/>
        </a:accent3>
        <a:accent4>
          <a:srgbClr val="DCDCDC"/>
        </a:accent4>
        <a:accent5>
          <a:srgbClr val="FFCAAA"/>
        </a:accent5>
        <a:accent6>
          <a:srgbClr val="00E5E5"/>
        </a:accent6>
        <a:hlink>
          <a:srgbClr val="FF0000"/>
        </a:hlink>
        <a:folHlink>
          <a:srgbClr val="969696"/>
        </a:folHlink>
      </a:clrScheme>
      <a:clrMap bg1="lt1" tx1="dk1" bg2="lt2" tx2="dk2" accent1="accent1" accent2="accent2" accent3="accent3" accent4="accent4" accent5="accent5" accent6="accent6" hlink="hlink" folHlink="folHlink"/>
    </a:extraClrScheme>
    <a:extraClrScheme>
      <a:clrScheme name="">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2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27272"/>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9"/>
        </a:accent5>
        <a:accent6>
          <a:srgbClr val="0000E5"/>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BE5"/>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9E5B7"/>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
        <a:dk1>
          <a:srgbClr val="FFFFFF"/>
        </a:dk1>
        <a:lt1>
          <a:srgbClr val="0000FF"/>
        </a:lt1>
        <a:dk2>
          <a:srgbClr val="FFFF00"/>
        </a:dk2>
        <a:lt2>
          <a:srgbClr val="000000"/>
        </a:lt2>
        <a:accent1>
          <a:srgbClr val="FF9900"/>
        </a:accent1>
        <a:accent2>
          <a:srgbClr val="00FFFF"/>
        </a:accent2>
        <a:accent3>
          <a:srgbClr val="AAAAFF"/>
        </a:accent3>
        <a:accent4>
          <a:srgbClr val="DCDCDC"/>
        </a:accent4>
        <a:accent5>
          <a:srgbClr val="FFCAAA"/>
        </a:accent5>
        <a:accent6>
          <a:srgbClr val="00E5E5"/>
        </a:accent6>
        <a:hlink>
          <a:srgbClr val="FF0000"/>
        </a:hlink>
        <a:folHlink>
          <a:srgbClr val="969696"/>
        </a:folHlink>
      </a:clrScheme>
      <a:clrMap bg1="lt1" tx1="dk1" bg2="lt2" tx2="dk2" accent1="accent1" accent2="accent2" accent3="accent3" accent4="accent4" accent5="accent5" accent6="accent6" hlink="hlink" folHlink="folHlink"/>
    </a:extraClrScheme>
    <a:extraClrScheme>
      <a:clrScheme name="">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2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27272"/>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9"/>
        </a:accent5>
        <a:accent6>
          <a:srgbClr val="0000E5"/>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BE5"/>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9E5B7"/>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Документ" ma:contentTypeID="0x010100CB973167729B9844A7328B341F515C98" ma:contentTypeVersion="12" ma:contentTypeDescription="Создание документа." ma:contentTypeScope="" ma:versionID="d6ee7b10c34e512e5b0e393e1ebaa933">
  <xsd:schema xmlns:xsd="http://www.w3.org/2001/XMLSchema" xmlns:xs="http://www.w3.org/2001/XMLSchema" xmlns:p="http://schemas.microsoft.com/office/2006/metadata/properties" xmlns:ns2="d6ce6581-db8d-4dc6-8601-0a8e8076c593" xmlns:ns3="bbbe7e71-a692-48df-be9d-e5dc64190325" targetNamespace="http://schemas.microsoft.com/office/2006/metadata/properties" ma:root="true" ma:fieldsID="0b92462fc06dbb24bfa1325724e44fec" ns2:_="" ns3:_="">
    <xsd:import namespace="d6ce6581-db8d-4dc6-8601-0a8e8076c593"/>
    <xsd:import namespace="bbbe7e71-a692-48df-be9d-e5dc6419032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6ce6581-db8d-4dc6-8601-0a8e8076c59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Теги изображений" ma:readOnly="false" ma:fieldId="{5cf76f15-5ced-4ddc-b409-7134ff3c332f}" ma:taxonomyMulti="true" ma:sspId="168b2bcd-3960-4df8-afb5-1b38f073375d"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bbe7e71-a692-48df-be9d-e5dc64190325"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92df2618-9916-4c02-9aa1-42dcc332f6bf}" ma:internalName="TaxCatchAll" ma:showField="CatchAllData" ma:web="bbbe7e71-a692-48df-be9d-e5dc6419032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Тип контента"/>
        <xsd:element ref="dc:title" minOccurs="0" maxOccurs="1" ma:index="4" ma:displayName="Название"/>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bbbe7e71-a692-48df-be9d-e5dc64190325" xsi:nil="true"/>
    <lcf76f155ced4ddcb4097134ff3c332f xmlns="d6ce6581-db8d-4dc6-8601-0a8e8076c593">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EC06C5FD-5699-4C55-BBDB-53FE909D27E5}"/>
</file>

<file path=customXml/itemProps2.xml><?xml version="1.0" encoding="utf-8"?>
<ds:datastoreItem xmlns:ds="http://schemas.openxmlformats.org/officeDocument/2006/customXml" ds:itemID="{259C6D94-F4A0-4186-BB75-DF9CAC37A510}"/>
</file>

<file path=customXml/itemProps3.xml><?xml version="1.0" encoding="utf-8"?>
<ds:datastoreItem xmlns:ds="http://schemas.openxmlformats.org/officeDocument/2006/customXml" ds:itemID="{957826D6-6B9B-4145-B85A-4C025C14B85E}"/>
</file>

<file path=docProps/app.xml><?xml version="1.0" encoding="utf-8"?>
<Properties xmlns="http://schemas.openxmlformats.org/officeDocument/2006/extended-properties" xmlns:vt="http://schemas.openxmlformats.org/officeDocument/2006/docPropsVTypes">
  <TotalTime>0</TotalTime>
  <Words>15883</Words>
  <Application>WPS Presentation</Application>
  <PresentationFormat/>
  <Paragraphs>259</Paragraphs>
  <Slides>40</Slides>
  <Notes>0</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40</vt:i4>
      </vt:variant>
    </vt:vector>
  </HeadingPairs>
  <TitlesOfParts>
    <vt:vector size="50" baseType="lpstr">
      <vt:lpstr>Arial</vt:lpstr>
      <vt:lpstr>SimSun</vt:lpstr>
      <vt:lpstr>Wingdings</vt:lpstr>
      <vt:lpstr>Times New Roman</vt:lpstr>
      <vt:lpstr>Microsoft YaHei</vt:lpstr>
      <vt:lpstr>Arial Black</vt:lpstr>
      <vt:lpstr>Arial Unicode MS</vt:lpstr>
      <vt:lpstr>Arial Unicode MS</vt:lpstr>
      <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Александр Загор�</cp:lastModifiedBy>
  <cp:revision>88</cp:revision>
  <dcterms:created xsi:type="dcterms:W3CDTF">2005-09-22T16:26:00Z</dcterms:created>
  <dcterms:modified xsi:type="dcterms:W3CDTF">2026-09-02T12:25:22Z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88202296253F431A9DC5B73F9C110873_12</vt:lpwstr>
  </property>
  <property fmtid="{D5CDD505-2E9C-101B-9397-08002B2CF9AE}" pid="3" name="KSOProductBuildVer">
    <vt:lpwstr>1033-12.1.0.28032</vt:lpwstr>
  </property>
  <property fmtid="{D5CDD505-2E9C-101B-9397-08002B2CF9AE}" pid="4" name="ContentTypeId">
    <vt:lpwstr>0x010100CB973167729B9844A7328B341F515C98</vt:lpwstr>
  </property>
</Properties>
</file>