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626" r:id="rId7"/>
    <p:sldId id="688" r:id="rId8"/>
    <p:sldId id="689" r:id="rId9"/>
    <p:sldId id="690" r:id="rId10"/>
    <p:sldId id="691" r:id="rId11"/>
    <p:sldId id="716" r:id="rId12"/>
    <p:sldId id="692" r:id="rId13"/>
    <p:sldId id="717" r:id="rId14"/>
    <p:sldId id="693" r:id="rId15"/>
    <p:sldId id="694" r:id="rId16"/>
    <p:sldId id="695" r:id="rId17"/>
    <p:sldId id="720" r:id="rId18"/>
    <p:sldId id="666" r:id="rId19"/>
  </p:sldIdLst>
  <p:sldSz cx="9144000" cy="6858000" type="screen4x3"/>
  <p:notesSz cx="6858000" cy="9144000"/>
  <p:defaultTextStyle>
    <a:defPPr>
      <a:defRPr lang="en-GB"/>
    </a:defPPr>
    <a:lvl1pPr marL="0" lvl="0" indent="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b="0" i="0" u="none" kern="1200" baseline="0">
        <a:solidFill>
          <a:schemeClr val="bg1"/>
        </a:solidFill>
        <a:latin typeface="Arial" panose="020B0604020202020204" pitchFamily="34" charset="0"/>
        <a:ea typeface="Microsoft YaHei" panose="020B0503020204020204" charset="-122"/>
        <a:cs typeface="+mn-cs"/>
      </a:defRPr>
    </a:lvl1pPr>
    <a:lvl2pPr marL="742950" lvl="1" indent="-28575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2pPr>
    <a:lvl3pPr marL="1143000" lvl="2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3pPr>
    <a:lvl4pPr marL="1600200" lvl="3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4pPr>
    <a:lvl5pPr marL="2057400" lvl="4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5pPr>
    <a:lvl6pPr marL="2286000" lvl="5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6pPr>
    <a:lvl7pPr marL="2743200" lvl="6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7pPr>
    <a:lvl8pPr marL="3200400" lvl="7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8pPr>
    <a:lvl9pPr marL="3657600" lvl="8" indent="-228600" algn="l" defTabSz="4572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Times New Roman" panose="02020603050405020304" pitchFamily="16" charset="0"/>
      <a:buNone/>
      <a:defRPr sz="1800" b="0" i="0" u="none" kern="1200" baseline="0">
        <a:solidFill>
          <a:srgbClr val="000000"/>
        </a:solidFill>
        <a:latin typeface="Arial" panose="020B0604020202020204" pitchFamily="34" charset="0"/>
        <a:ea typeface="Microsoft YaHei" panose="020B050302020402020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3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780" y="-84"/>
      </p:cViewPr>
      <p:guideLst>
        <p:guide orient="horz" pos="2293"/>
        <p:guide pos="287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8" Type="http://schemas.openxmlformats.org/officeDocument/2006/relationships/slide" Target="slides/slide14.xml"/><Relationship Id="rId13" Type="http://schemas.openxmlformats.org/officeDocument/2006/relationships/slide" Target="slides/slide9.xml"/><Relationship Id="rId26" Type="http://schemas.openxmlformats.org/officeDocument/2006/relationships/customXml" Target="../customXml/item3.xml"/><Relationship Id="rId3" Type="http://schemas.openxmlformats.org/officeDocument/2006/relationships/slideMaster" Target="slideMasters/slideMaster2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7" Type="http://schemas.openxmlformats.org/officeDocument/2006/relationships/slide" Target="slides/slide13.xml"/><Relationship Id="rId12" Type="http://schemas.openxmlformats.org/officeDocument/2006/relationships/slide" Target="slides/slide8.xml"/><Relationship Id="rId25" Type="http://schemas.openxmlformats.org/officeDocument/2006/relationships/customXml" Target="../customXml/item2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6" Type="http://schemas.openxmlformats.org/officeDocument/2006/relationships/slide" Target="slides/slide12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4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23" Type="http://schemas.openxmlformats.org/officeDocument/2006/relationships/commentAuthors" Target="commentAuthors.xml"/><Relationship Id="rId15" Type="http://schemas.openxmlformats.org/officeDocument/2006/relationships/slide" Target="slides/slide11.xml"/><Relationship Id="rId19" Type="http://schemas.openxmlformats.org/officeDocument/2006/relationships/slide" Target="slides/slide15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4" Type="http://schemas.openxmlformats.org/officeDocument/2006/relationships/slide" Target="slides/slide1.xml"/><Relationship Id="rId22" Type="http://schemas.openxmlformats.org/officeDocument/2006/relationships/tableStyles" Target="tableStyles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ounded Rectangle 3072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099" name="Rounded Rectangle 3073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0" name="Text Box 3074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1" name="Text Box 3075"/>
          <p:cNvSpPr txBox="1"/>
          <p:nvPr/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4102" name="Slide Image Placeholder 3076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  <a:noFill/>
          <a:ln w="9360" cap="sq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3" name="Text Placeholder 3077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endParaRPr lang="en-GB"/>
          </a:p>
        </p:txBody>
      </p:sp>
      <p:sp>
        <p:nvSpPr>
          <p:cNvPr id="4104" name="Text Box 3078"/>
          <p:cNvSpPr txBox="1"/>
          <p:nvPr/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/>
          </a:p>
        </p:txBody>
      </p:sp>
      <p:sp>
        <p:nvSpPr>
          <p:cNvPr id="3080" name="Slide Number Placeholder 3079"/>
          <p:cNvSpPr>
            <a:spLocks noGrp="1"/>
          </p:cNvSpPr>
          <p:nvPr>
            <p:ph type="sldNum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 eaLnBrk="1" fontAlgn="base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strike="noStrike" noProof="1" dirty="0" err="1">
                <a:latin typeface="Times New Roman" panose="02020603050405020304" pitchFamily="16" charset="0"/>
                <a:ea typeface="Arial Unicode MS" charset="-122"/>
                <a:cs typeface="+mn-cs"/>
              </a:rPr>
            </a:fld>
            <a:endParaRPr lang="ru-RU" altLang="x-none" sz="1200" strike="noStrike" noProof="1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1pPr>
    <a:lvl2pPr marL="742950" lvl="1" indent="-28575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2pPr>
    <a:lvl3pPr marL="1143000" lvl="2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3pPr>
    <a:lvl4pPr marL="1600200" lvl="3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4pPr>
    <a:lvl5pPr marL="2057400" lvl="4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5pPr>
    <a:lvl6pPr marL="2286000" lvl="5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6pPr>
    <a:lvl7pPr marL="2743200" lvl="6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7pPr>
    <a:lvl8pPr marL="3200400" lvl="7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8pPr>
    <a:lvl9pPr marL="3657600" lvl="8" indent="-228600" algn="l" defTabSz="457200" rtl="0" eaLnBrk="0" fontAlgn="base" latinLnBrk="0" hangingPunct="0">
      <a:lnSpc>
        <a:spcPct val="100000"/>
      </a:lnSpc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6" charset="0"/>
      <a:buNone/>
      <a:defRPr sz="1200" b="0" i="0" u="none" kern="1200" baseline="0">
        <a:solidFill>
          <a:srgbClr val="000000"/>
        </a:solidFill>
        <a:latin typeface="Times New Roman" panose="02020603050405020304" pitchFamily="16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solidFill>
                  <a:srgbClr val="000000"/>
                </a:solidFill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solidFill>
                <a:srgbClr val="000000"/>
              </a:solidFill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6147" name="Slide Image Placeholder 38912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6148" name="Text Placeholder 38913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Slide Number Placeholder 1"/>
          <p:cNvSpPr/>
          <p:nvPr>
            <p:ph type="sldNum" sz="quarter"/>
          </p:nvPr>
        </p:nvSpPr>
        <p:spPr>
          <a:xfrm>
            <a:off x="3884613" y="8685213"/>
            <a:ext cx="29686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p>
            <a:pPr marL="215900" lvl="0" indent="-213995" algn="r" defTabSz="457200">
              <a:buClrTx/>
              <a:buSzPct val="45000"/>
              <a:buFontTx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ea typeface="Arial Unicode MS" charset="-122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-122"/>
            </a:endParaRPr>
          </a:p>
        </p:txBody>
      </p:sp>
      <p:sp>
        <p:nvSpPr>
          <p:cNvPr id="8195" name="Slide Image Placeholder 39936"/>
          <p:cNvSpPr txBox="1"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 cap="flat"/>
        </p:spPr>
      </p:sp>
      <p:sp>
        <p:nvSpPr>
          <p:cNvPr id="8196" name="Text Placeholder 39937"/>
          <p:cNvSpPr txBox="1"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</p:spPr>
        <p:txBody>
          <a:bodyPr wrap="none" lIns="90000" tIns="46800" rIns="90000" bIns="46800" anchor="ctr" anchorCtr="0"/>
          <a:p>
            <a:pPr lvl="0"/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63489" name="Slide Image Placeholder 6348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3490" name="Text Placeholder 6348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 Number Placeholder 1"/>
          <p:cNvSpPr/>
          <p:nvPr>
            <p:ph type="sldNum" idx="2"/>
          </p:nvPr>
        </p:nvSpPr>
        <p:spPr/>
        <p:txBody>
          <a:bodyPr/>
          <a:p>
            <a:pPr marL="215900" lvl="0" indent="-196850" algn="r" defTabSz="457200" eaLnBrk="1" hangingPunct="1">
              <a:lnSpc>
                <a:spcPct val="100000"/>
              </a:lnSpc>
              <a:buClrTx/>
              <a:buSzPct val="45000"/>
              <a:buFontTx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ru-RU" altLang="x-none" sz="1200" dirty="0" err="1">
                <a:latin typeface="Times New Roman" panose="02020603050405020304" pitchFamily="16" charset="0"/>
                <a:cs typeface="Arial Unicode MS" charset="0"/>
              </a:rPr>
            </a:fld>
            <a:endParaRPr lang="ru-RU" altLang="x-none" sz="1200" dirty="0" err="1">
              <a:latin typeface="Times New Roman" panose="02020603050405020304" pitchFamily="16" charset="0"/>
              <a:ea typeface="Arial Unicode MS" charset="0"/>
              <a:cs typeface="Arial Unicode MS" charset="0"/>
            </a:endParaRPr>
          </a:p>
        </p:txBody>
      </p:sp>
      <p:sp>
        <p:nvSpPr>
          <p:cNvPr id="109569" name="Slide Image Placeholder 109568"/>
          <p:cNvSpPr txBox="1"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09570" name="Text Placeholder 109569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lvl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en-US" strike="noStrike" noProof="1" smtClean="0"/>
              <a:t>Click to edit Master subtitle style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629" y="1600200"/>
            <a:ext cx="3881596" cy="4416425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7235" y="228600"/>
            <a:ext cx="2083991" cy="5788025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5263" y="228600"/>
            <a:ext cx="6131160" cy="5788025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4"/>
          <p:cNvGrpSpPr/>
          <p:nvPr/>
        </p:nvGrpSpPr>
        <p:grpSpPr>
          <a:xfrm>
            <a:off x="0" y="152400"/>
            <a:ext cx="8683625" cy="6092825"/>
            <a:chOff x="0" y="96"/>
            <a:chExt cx="5470" cy="3838"/>
          </a:xfrm>
        </p:grpSpPr>
        <p:sp>
          <p:nvSpPr>
            <p:cNvPr id="1027" name="Rounded Rectangle 1025"/>
            <p:cNvSpPr/>
            <p:nvPr/>
          </p:nvSpPr>
          <p:spPr>
            <a:xfrm>
              <a:off x="240" y="336"/>
              <a:ext cx="5230" cy="3598"/>
            </a:xfrm>
            <a:prstGeom prst="roundRect">
              <a:avLst>
                <a:gd name="adj" fmla="val 1372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28" name="Freeform 1026"/>
            <p:cNvSpPr/>
            <p:nvPr/>
          </p:nvSpPr>
          <p:spPr>
            <a:xfrm>
              <a:off x="0" y="96"/>
              <a:ext cx="5374" cy="76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  <a:cxn ang="0">
                  <a:pos x="0" y="2"/>
                </a:cxn>
              </a:cxnLst>
              <a:pathLst>
                <a:path w="7000" h="1000">
                  <a:moveTo>
                    <a:pt x="0" y="0"/>
                  </a:moveTo>
                  <a:lnTo>
                    <a:pt x="6499" y="0"/>
                  </a:lnTo>
                  <a:cubicBezTo>
                    <a:pt x="6776" y="0"/>
                    <a:pt x="7000" y="223"/>
                    <a:pt x="7000" y="500"/>
                  </a:cubicBezTo>
                  <a:cubicBezTo>
                    <a:pt x="7000" y="776"/>
                    <a:pt x="6776" y="999"/>
                    <a:pt x="6500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29" name="Straight Connector 1027"/>
            <p:cNvSpPr/>
            <p:nvPr/>
          </p:nvSpPr>
          <p:spPr>
            <a:xfrm>
              <a:off x="0" y="768"/>
              <a:ext cx="5086" cy="0"/>
            </a:xfrm>
            <a:prstGeom prst="line">
              <a:avLst/>
            </a:prstGeom>
            <a:ln w="381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030" name="Title 1028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1031" name="Text Placeholder 1029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1032" name="Text Box 1030"/>
          <p:cNvSpPr txBox="1"/>
          <p:nvPr/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3" name="Text Box 1031"/>
          <p:cNvSpPr txBox="1"/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1032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540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>
              <a:buFontTx/>
              <a:defRPr/>
            </a:lvl1pPr>
          </a:lstStyle>
          <a:p>
            <a:pPr lvl="0" defTabSz="457200" eaLnBrk="1" fontAlgn="base" hangingPunct="1">
              <a:buClrTx/>
              <a:buSzPct val="10000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" panose="020B0604020202020204" pitchFamily="34" charset="0"/>
                <a:ea typeface="Microsoft YaHei" panose="020B0503020204020204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2048"/>
          <p:cNvGrpSpPr/>
          <p:nvPr/>
        </p:nvGrpSpPr>
        <p:grpSpPr>
          <a:xfrm>
            <a:off x="0" y="927100"/>
            <a:ext cx="8988425" cy="4492625"/>
            <a:chOff x="0" y="584"/>
            <a:chExt cx="5662" cy="2830"/>
          </a:xfrm>
        </p:grpSpPr>
        <p:sp>
          <p:nvSpPr>
            <p:cNvPr id="2051" name="Rounded Rectangle 2049"/>
            <p:cNvSpPr/>
            <p:nvPr/>
          </p:nvSpPr>
          <p:spPr>
            <a:xfrm>
              <a:off x="432" y="1304"/>
              <a:ext cx="4654" cy="2110"/>
            </a:xfrm>
            <a:prstGeom prst="roundRect">
              <a:avLst>
                <a:gd name="adj" fmla="val 16667"/>
              </a:avLst>
            </a:prstGeom>
            <a:noFill/>
            <a:ln w="5076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2" name="Rectangles 2050"/>
            <p:cNvSpPr/>
            <p:nvPr/>
          </p:nvSpPr>
          <p:spPr>
            <a:xfrm>
              <a:off x="144" y="584"/>
              <a:ext cx="4510" cy="622"/>
            </a:xfrm>
            <a:prstGeom prst="rect">
              <a:avLst/>
            </a:prstGeom>
            <a:solidFill>
              <a:srgbClr val="FFFFFF"/>
            </a:solidFill>
            <a:ln w="57240" cap="sq" cmpd="sng">
              <a:solidFill>
                <a:srgbClr val="6699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 lvl="0"/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2053" name="Freeform 2051"/>
            <p:cNvSpPr/>
            <p:nvPr/>
          </p:nvSpPr>
          <p:spPr>
            <a:xfrm>
              <a:off x="0" y="872"/>
              <a:ext cx="5662" cy="11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8537909" y="0"/>
                </a:cxn>
                <a:cxn ang="0">
                  <a:pos x="198785821" y="20342807"/>
                </a:cxn>
                <a:cxn ang="0">
                  <a:pos x="178577890" y="40617799"/>
                </a:cxn>
                <a:cxn ang="0">
                  <a:pos x="0" y="40617799"/>
                </a:cxn>
              </a:cxnLst>
              <a:pathLst>
                <a:path w="4917" h="1000">
                  <a:moveTo>
                    <a:pt x="0" y="0"/>
                  </a:moveTo>
                  <a:lnTo>
                    <a:pt x="4416" y="0"/>
                  </a:lnTo>
                  <a:cubicBezTo>
                    <a:pt x="4693" y="0"/>
                    <a:pt x="4917" y="223"/>
                    <a:pt x="4917" y="500"/>
                  </a:cubicBezTo>
                  <a:cubicBezTo>
                    <a:pt x="4917" y="776"/>
                    <a:pt x="4693" y="999"/>
                    <a:pt x="4417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CC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4" name="Straight Connector 2052"/>
            <p:cNvSpPr/>
            <p:nvPr/>
          </p:nvSpPr>
          <p:spPr>
            <a:xfrm>
              <a:off x="0" y="1928"/>
              <a:ext cx="5230" cy="0"/>
            </a:xfrm>
            <a:prstGeom prst="line">
              <a:avLst/>
            </a:prstGeom>
            <a:ln w="50760" cap="sq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2055" name="Title 2053"/>
          <p:cNvSpPr>
            <a:spLocks noGrp="1"/>
          </p:cNvSpPr>
          <p:nvPr>
            <p:ph type="title"/>
          </p:nvPr>
        </p:nvSpPr>
        <p:spPr>
          <a:xfrm>
            <a:off x="195263" y="228600"/>
            <a:ext cx="8012112" cy="9112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ctr" anchorCtr="0"/>
          <a:p>
            <a:pPr lvl="0"/>
            <a:r>
              <a:rPr lang="en-GB" dirty="0"/>
              <a:t>Для правки текста заголовка щелкните мышью</a:t>
            </a:r>
            <a:endParaRPr lang="en-GB" dirty="0"/>
          </a:p>
        </p:txBody>
      </p:sp>
      <p:sp>
        <p:nvSpPr>
          <p:cNvPr id="2056" name="Text Placeholder 2054"/>
          <p:cNvSpPr>
            <a:spLocks noGrp="1"/>
          </p:cNvSpPr>
          <p:nvPr>
            <p:ph type="body"/>
          </p:nvPr>
        </p:nvSpPr>
        <p:spPr>
          <a:xfrm>
            <a:off x="609600" y="1600200"/>
            <a:ext cx="7921625" cy="4416425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t" anchorCtr="0"/>
          <a:p>
            <a:pPr lvl="0"/>
            <a:r>
              <a:rPr lang="en-GB" dirty="0"/>
              <a:t>Для правки структуры щелкните мышью</a:t>
            </a:r>
            <a:endParaRPr lang="en-GB" dirty="0"/>
          </a:p>
          <a:p>
            <a:pPr lvl="1"/>
            <a:r>
              <a:rPr lang="en-GB" dirty="0"/>
              <a:t>Второй уровень структуры</a:t>
            </a:r>
            <a:endParaRPr lang="en-GB" dirty="0"/>
          </a:p>
          <a:p>
            <a:pPr lvl="2"/>
            <a:r>
              <a:rPr lang="en-GB" dirty="0"/>
              <a:t>Третий уровень структуры</a:t>
            </a:r>
            <a:endParaRPr lang="en-GB" dirty="0"/>
          </a:p>
          <a:p>
            <a:pPr lvl="3"/>
            <a:r>
              <a:rPr lang="en-GB" dirty="0"/>
              <a:t>Четвёртый уровень структуры</a:t>
            </a:r>
            <a:endParaRPr lang="en-GB" dirty="0"/>
          </a:p>
          <a:p>
            <a:pPr lvl="4"/>
            <a:r>
              <a:rPr lang="en-GB" dirty="0"/>
              <a:t>Пятый уровень структуры</a:t>
            </a:r>
            <a:endParaRPr lang="en-GB" dirty="0"/>
          </a:p>
          <a:p>
            <a:pPr lvl="4"/>
            <a:r>
              <a:rPr lang="en-GB" dirty="0"/>
              <a:t>Шестой уровень структуры</a:t>
            </a:r>
            <a:endParaRPr lang="en-GB" dirty="0"/>
          </a:p>
          <a:p>
            <a:pPr lvl="4"/>
            <a:r>
              <a:rPr lang="en-GB" dirty="0"/>
              <a:t>Седьмой уровень структуры</a:t>
            </a:r>
            <a:endParaRPr lang="en-GB" dirty="0"/>
          </a:p>
          <a:p>
            <a:pPr lvl="4"/>
            <a:r>
              <a:rPr lang="en-GB" dirty="0"/>
              <a:t>Восьмой уровень структуры</a:t>
            </a:r>
            <a:endParaRPr lang="en-GB" dirty="0"/>
          </a:p>
          <a:p>
            <a:pPr lvl="4"/>
            <a:r>
              <a:rPr lang="en-GB" dirty="0"/>
              <a:t>Девятый уровень структуры</a:t>
            </a:r>
            <a:endParaRPr lang="en-GB" dirty="0"/>
          </a:p>
        </p:txBody>
      </p:sp>
      <p:sp>
        <p:nvSpPr>
          <p:cNvPr id="2057" name="Text Box 2055"/>
          <p:cNvSpPr txBox="1"/>
          <p:nvPr/>
        </p:nvSpPr>
        <p:spPr>
          <a:xfrm>
            <a:off x="457200" y="6248400"/>
            <a:ext cx="2133600" cy="4714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058" name="Text Box 2056"/>
          <p:cNvSpPr txBox="1"/>
          <p:nvPr/>
        </p:nvSpPr>
        <p:spPr>
          <a:xfrm>
            <a:off x="3124200" y="62531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" name="Slide Number Placeholder 2057"/>
          <p:cNvSpPr>
            <a:spLocks noGrp="1"/>
          </p:cNvSpPr>
          <p:nvPr>
            <p:ph type="sldNum"/>
          </p:nvPr>
        </p:nvSpPr>
        <p:spPr>
          <a:xfrm>
            <a:off x="6553200" y="6248400"/>
            <a:ext cx="2130425" cy="468313"/>
          </a:xfrm>
          <a:prstGeom prst="rect">
            <a:avLst/>
          </a:prstGeom>
          <a:noFill/>
          <a:ln w="9525">
            <a:noFill/>
          </a:ln>
        </p:spPr>
        <p:txBody>
          <a:bodyPr wrap="square" lIns="90000" tIns="46800" rIns="90000" bIns="46800" anchor="b" anchorCtr="0"/>
          <a:lstStyle>
            <a:lvl1pPr algn="r">
              <a:buFontTx/>
              <a:defRPr sz="1200">
                <a:latin typeface="Arial Black" panose="020B0A04020102020204" pitchFamily="32" charset="0"/>
                <a:ea typeface="Arial Unicode MS" charset="-122"/>
              </a:defRPr>
            </a:lvl1pPr>
          </a:lstStyle>
          <a:p>
            <a:pPr lvl="0" defTabSz="457200" eaLnBrk="1" fontAlgn="base" hangingPunct="1">
              <a:lnSpc>
                <a:spcPct val="100000"/>
              </a:lnSpc>
              <a:buClrTx/>
              <a:buSzPct val="100000"/>
              <a:buNone/>
              <a:tabLst>
                <a:tab pos="723900" algn="l"/>
                <a:tab pos="1447800" algn="l"/>
              </a:tabLst>
            </a:pPr>
            <a:fld id="{9A0DB2DC-4C9A-4742-B13C-FB6460FD3503}" type="slidenum">
              <a:rPr lang="ru-RU" altLang="x-none" strike="noStrike" noProof="1" dirty="0" err="1">
                <a:latin typeface="Arial Black" panose="020B0A04020102020204" pitchFamily="32" charset="0"/>
                <a:ea typeface="Arial Unicode MS" charset="-122"/>
                <a:cs typeface="+mn-cs"/>
              </a:rPr>
            </a:fld>
            <a:endParaRPr lang="ru-RU" altLang="x-none" strike="noStrike" noProof="1" dirty="0" err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marL="0" lvl="0" indent="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4200" b="0" i="0" u="none" kern="1200" baseline="0">
          <a:solidFill>
            <a:srgbClr val="FFFFFF"/>
          </a:solidFill>
          <a:latin typeface="Arial" panose="020B0604020202020204" pitchFamily="34" charset="0"/>
          <a:ea typeface="Microsoft YaHei" panose="020B0503020204020204" charset="-122"/>
          <a:cs typeface="+mj-cs"/>
        </a:defRPr>
      </a:lvl5pPr>
    </p:titleStyle>
    <p:bodyStyle>
      <a:lvl1pPr marL="342900" lvl="0" indent="-342900" algn="l" defTabSz="457200" rtl="0" eaLnBrk="0" fontAlgn="base" latinLnBrk="0" hangingPunct="0">
        <a:lnSpc>
          <a:spcPct val="100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0" fontAlgn="base" latinLnBrk="0" hangingPunct="0">
        <a:lnSpc>
          <a:spcPct val="100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0" fontAlgn="base" latinLnBrk="0" hangingPunct="0">
        <a:lnSpc>
          <a:spcPct val="100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4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514600" lvl="5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971800" lvl="6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429000" lvl="7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886200" lvl="8" indent="-228600" algn="l" defTabSz="457200" rtl="0" eaLnBrk="0" fontAlgn="base" latinLnBrk="0" hangingPunct="0">
        <a:lnSpc>
          <a:spcPct val="100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20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bodyStyle>
    <p:otherStyle>
      <a:lvl1pPr marL="0" lvl="0" indent="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2pPr>
      <a:lvl3pPr marL="1143000" lvl="2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3pPr>
      <a:lvl4pPr marL="1600200" lvl="3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4pPr>
      <a:lvl5pPr marL="2057400" lvl="4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5pPr>
      <a:lvl6pPr marL="2286000" lvl="5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6pPr>
      <a:lvl7pPr marL="2743200" lvl="6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7pPr>
      <a:lvl8pPr marL="3200400" lvl="7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8pPr>
      <a:lvl9pPr marL="3657600" lvl="8" indent="-228600" algn="l" defTabSz="4572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buNone/>
        <a:defRPr sz="1800" b="0" i="0" u="none" kern="1200" baseline="0">
          <a:solidFill>
            <a:srgbClr val="000000"/>
          </a:solidFill>
          <a:latin typeface="Arial" panose="020B0604020202020204" pitchFamily="34" charset="0"/>
          <a:ea typeface="Microsoft YaHei" panose="020B0503020204020204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hyperlink" Target="https://github.com/sunmeat/aspnetcore_mvc" TargetMode="Externa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539df762c776297a7bf92ff26da03e83&#13;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dijix.com.ua/blog/prilozhenie-asp-net-mvc-crud/&#13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gist.github.com/sunmeat/91e4003b35e907f125281b2a22e7c386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Text Box 4096"/>
          <p:cNvSpPr txBox="1"/>
          <p:nvPr/>
        </p:nvSpPr>
        <p:spPr>
          <a:xfrm>
            <a:off x="228600" y="1427480"/>
            <a:ext cx="8395335" cy="160972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5200" dirty="0" err="1">
                <a:solidFill>
                  <a:srgbClr val="FFFFFF"/>
                </a:solidFill>
                <a:latin typeface="Arial" panose="020B0604020202020204" pitchFamily="34" charset="0"/>
              </a:rPr>
              <a:t>MVC. CRUD</a:t>
            </a:r>
            <a:endParaRPr lang="en-US" altLang="en-US" sz="5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123" name="Rectangles 4097"/>
          <p:cNvSpPr/>
          <p:nvPr/>
        </p:nvSpPr>
        <p:spPr>
          <a:xfrm>
            <a:off x="5867400" y="44450"/>
            <a:ext cx="3280410" cy="36957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0">
            <a:spAutoFit/>
          </a:bodyPr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О</a:t>
            </a:r>
            <a:r>
              <a:rPr lang="ru-RU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лександр Загоруйко © 20</a:t>
            </a:r>
            <a:r>
              <a:rPr lang="en-US" altLang="x-none" dirty="0" err="1">
                <a:solidFill>
                  <a:srgbClr val="F7F7F7"/>
                </a:solidFill>
                <a:latin typeface="Arial" panose="020B0604020202020204" pitchFamily="34" charset="0"/>
              </a:rPr>
              <a:t>2</a:t>
            </a:r>
            <a:r>
              <a:rPr lang="uk-UA" altLang="ru-RU" dirty="0" err="1">
                <a:solidFill>
                  <a:srgbClr val="F7F7F7"/>
                </a:solidFill>
                <a:latin typeface="Arial" panose="020B0604020202020204" pitchFamily="34" charset="0"/>
              </a:rPr>
              <a:t>6</a:t>
            </a:r>
            <a:endParaRPr lang="uk-UA" altLang="ru-RU" dirty="0" err="1">
              <a:solidFill>
                <a:srgbClr val="F7F7F7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ASP.NET-Core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" y="3361690"/>
            <a:ext cx="6657975" cy="338201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Text Box 5120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FontTx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План презентац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ії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- </a:t>
            </a:r>
            <a:r>
              <a:rPr lang="en-US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r>
              <a:rPr lang="ru-RU" altLang="x-none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 пар</a:t>
            </a:r>
            <a:r>
              <a:rPr lang="uk-UA" altLang="ru-RU" sz="4200" dirty="0" err="1">
                <a:solidFill>
                  <a:srgbClr val="FFFFFF"/>
                </a:solidFill>
                <a:latin typeface="Arial" panose="020B0604020202020204" pitchFamily="34" charset="0"/>
              </a:rPr>
              <a:t>и</a:t>
            </a:r>
            <a:endParaRPr lang="uk-UA" altLang="ru-RU" sz="4200" dirty="0" err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171" name="Text Box 5121"/>
          <p:cNvSpPr txBox="1"/>
          <p:nvPr/>
        </p:nvSpPr>
        <p:spPr>
          <a:xfrm>
            <a:off x="476885" y="1403985"/>
            <a:ext cx="8017510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Поняття 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CRUD-</a:t>
            </a: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операцій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Шаблон контролера для </a:t>
            </a:r>
            <a:r>
              <a:rPr lang="en-US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CRUD</a:t>
            </a:r>
            <a:endParaRPr lang="en-US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Опис методів контролера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r>
              <a:rPr lang="uk-UA" altLang="ru-RU" sz="32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6" charset="0"/>
              </a:rPr>
              <a:t> Опис вью-файлів</a:t>
            </a: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  <a:p>
            <a:pPr marL="215900" indent="-215900" algn="l" defTabSz="457200">
              <a:buSzPct val="45000"/>
              <a:buFont typeface="Wingdings" panose="05000000000000000000" pitchFamily="2" charset="2"/>
              <a:buChar char=""/>
              <a:tabLst>
                <a:tab pos="215900" algn="l"/>
                <a:tab pos="673100" algn="l"/>
                <a:tab pos="1130300" algn="l"/>
                <a:tab pos="1587500" algn="l"/>
                <a:tab pos="2044700" algn="l"/>
                <a:tab pos="2501900" algn="l"/>
                <a:tab pos="2959100" algn="l"/>
                <a:tab pos="3416300" algn="l"/>
                <a:tab pos="3873500" algn="l"/>
                <a:tab pos="4330700" algn="l"/>
                <a:tab pos="4787900" algn="l"/>
                <a:tab pos="5245100" algn="l"/>
                <a:tab pos="5702300" algn="l"/>
                <a:tab pos="6159500" algn="l"/>
                <a:tab pos="6616700" algn="l"/>
                <a:tab pos="7073900" algn="l"/>
                <a:tab pos="7531100" algn="l"/>
                <a:tab pos="7988300" algn="l"/>
                <a:tab pos="8445500" algn="l"/>
                <a:tab pos="8902700" algn="l"/>
                <a:tab pos="9359900" algn="l"/>
              </a:tabLst>
            </a:pPr>
            <a:endParaRPr lang="uk-UA" altLang="ru-RU" sz="3200" dirty="0" err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6" charset="0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Додаток для пошуку фільмів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Сучасний кінематограф генерує тисячі нових стрічок щороку,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і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кіноманам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потрібен зручний, структурований та актуальний інструмент для роботи з цією інформацією. Ми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 вами розробимо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повноцінний вебдодаток — власну кінобазу, яка поєднує функціональність каталогу, редактора та спільного сховища даних.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Наш сервіс надаватиме користувачам </a:t>
            </a:r>
            <a:r>
              <a:rPr lang="uk-UA" sz="2000" dirty="0" err="1">
                <a:solidFill>
                  <a:srgbClr val="000000"/>
                </a:solidFill>
                <a:ea typeface="Microsoft YaHei" panose="020B0503020204020204" charset="-122"/>
              </a:rPr>
              <a:t>можливості: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створення нових карток фільмів з повним набором атрибутів (назва, рік, країна, жанри, режисер, акторський склад, постер, трейлер, опис та рейтинг)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перегляд списку та детальних сторінок усіх фільмів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із можливістю фільтрації й пошуку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редагування будь-яких полів існуючих записів, включно </a:t>
            </a:r>
            <a:r>
              <a:rPr lang="uk-UA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      </a:t>
            </a: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з оновленням медіафайлів і текстової інформації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marL="342900" indent="-342900" defTabSz="457200">
              <a:buClrTx/>
              <a:buSzPct val="100000"/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000" dirty="0" err="1">
                <a:solidFill>
                  <a:srgbClr val="000000"/>
                </a:solidFill>
                <a:ea typeface="Microsoft YaHei" panose="020B0503020204020204" charset="-122"/>
              </a:rPr>
              <a:t>видалення записів (з підтвердженням і можливістю відновлення адміністратором)</a:t>
            </a:r>
            <a:endParaRPr lang="en-US" altLang="en-US" sz="20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sym typeface="+mn-ea"/>
              </a:rPr>
              <a:t>Додаток для пошуку фільмів</a:t>
            </a:r>
            <a:endParaRPr lang="ru-RU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08 205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" y="1449070"/>
            <a:ext cx="4852035" cy="2880995"/>
          </a:xfrm>
          <a:prstGeom prst="rect">
            <a:avLst/>
          </a:prstGeom>
        </p:spPr>
      </p:pic>
      <p:pic>
        <p:nvPicPr>
          <p:cNvPr id="3" name="Picture 2" descr="Screenshot 2025-12-08 2051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80" y="1673860"/>
            <a:ext cx="2475230" cy="3213735"/>
          </a:xfrm>
          <a:prstGeom prst="rect">
            <a:avLst/>
          </a:prstGeom>
        </p:spPr>
      </p:pic>
      <p:pic>
        <p:nvPicPr>
          <p:cNvPr id="4" name="Picture 3" descr="Screenshot 2025-12-08 2052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555" y="4439285"/>
            <a:ext cx="4297680" cy="231521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Поняття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CRUD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CRUD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— це абревіатура від чотирьох базових операцій із даними: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Create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(створення),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Read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(читання),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Update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(оновлення) та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Delete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(видалення).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Ці операції є фундаментом практично будь-якого інформаційного вебдодатка, адже майже всі сервіси так чи інакше працюють із збереженням, відображенням і зміною інформації.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Без CRUD неможливо уявити ні інтернет-магазин,         ні соціальну мережу, ні кінобазу.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Важливість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CRUD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У реальному світі дані постійно з’являються, змінюються й іноді стають непотрібними. Користувачам і адміністраторам потрібен передбачуваний і безпечний спосіб керувати цими даними.            CRUD дає чітку, стандартизовану модель взаємодії: будь-яка сутність (у нашому випадку — фільм) має однаковий життєвий цикл —         від моменту появи в базі до можливого видалення. Це спрощує про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є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ктування, розробку, тестування й подальшу підтримку системи.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Наш вебдодаток — це власна кінобаза, аналогічна IMDb. Основна сутність —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Фільм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. Користувачі та адміністратори повинні мати можливість повністю керувати цими записами: додавати нові стрічки, переглядати існуючі, виправляти помилки чи доповнювати інформацію, а також видаляти застарілі або помилкові картки.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 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 Саме тому повноцінна реалізація всіх чотирьох CRUD-операцій є </a:t>
            </a:r>
            <a:r>
              <a:rPr lang="uk-UA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дуже важливою </a:t>
            </a:r>
            <a:r>
              <a:rPr lang="en-US" altLang="en-US" sz="1900" dirty="0" err="1">
                <a:solidFill>
                  <a:srgbClr val="000000"/>
                </a:solidFill>
                <a:ea typeface="Microsoft YaHei" panose="020B0503020204020204" charset="-122"/>
              </a:rPr>
              <a:t>частиною проєкту.</a:t>
            </a:r>
            <a:endParaRPr lang="en-US" altLang="en-US" sz="19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CREATE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Операція створення запускається, коли користувач переходить на сторінку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Додати фільм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 Форма містить усі необхідні поля (назва, рік, жанри, постер тощо). Після відправки даних (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та й до, на стороні клієнта)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контролер викону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ватиме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валідацію, зберіга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тиме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запис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у базі через Entity Framework Core та перенаправля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тиме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користувача на детальну сторінку нового фільму. Таким чином база постійно поповнюється актуальним контентом.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READ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Операція читання </a:t>
            </a:r>
            <a:r>
              <a:rPr lang="en-US" altLang="en-US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виконується найчастіше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: головна сторінка показує список усіх фільмів із пагінацією та фільтрами, а окрема сторінка — повну інформацію  про конкретну стрічку. Усі запити Read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мають бути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оптимізовані, використову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вати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асинхронні методи EF Core і кешува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ти дані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там, де це доцільно. Користувач миттєво отриму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ватиме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потрібну інформацію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без перезавантажень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сторінки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UPDATE </a:t>
            </a: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та </a:t>
            </a: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DELETE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Редагування та видалення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захищені подвійним підтвердженням і доступні лише авторизованим користувачам. При оновленні система захищається від втрати даних (concurrency token)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і надмірного постингу.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Редагування також потребує валідації.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Видалення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зазвичай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реалізовано як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«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м’яке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»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(поле IsDeleted), щоб у майбутньому можна було відновити запис. Разом ці операції гарантують, </a:t>
            </a:r>
            <a:r>
              <a:rPr lang="uk-UA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            </a:t>
            </a:r>
            <a:r>
              <a:rPr lang="en-US" altLang="en-US" sz="2400" dirty="0" err="1">
                <a:solidFill>
                  <a:srgbClr val="000000"/>
                </a:solidFill>
                <a:ea typeface="Microsoft YaHei" panose="020B0503020204020204" charset="-122"/>
              </a:rPr>
              <a:t>що база залишається точною й актуальною протягом усього часу існування проєкту.</a:t>
            </a:r>
            <a:endParaRPr lang="en-US" altLang="en-US" sz="2400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Потренуємося на студентах :)</a:t>
            </a:r>
            <a:endParaRPr 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tooltip="" action="ppaction://hlinkfile"/>
              </a:rPr>
              <a:t>https://github.com/sunmeat/aspnetcore_mvc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l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dirty="0" err="1">
                <a:solidFill>
                  <a:schemeClr val="tx1"/>
                </a:solidFill>
                <a:ea typeface="Microsoft YaHei" panose="020B0503020204020204" charset="-122"/>
              </a:rPr>
              <a:t>1) згадуємо про модель та контекст БД</a:t>
            </a:r>
            <a:endParaRPr lang="uk-UA" altLang="ru-RU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dirty="0" err="1">
                <a:solidFill>
                  <a:schemeClr val="tx1"/>
                </a:solidFill>
                <a:ea typeface="Microsoft YaHei" panose="020B0503020204020204" charset="-122"/>
              </a:rPr>
              <a:t>2) видаляємо наявні контролери</a:t>
            </a:r>
            <a:endParaRPr lang="ru-RU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  <a:p>
            <a:pPr algn="l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dirty="0" err="1">
                <a:solidFill>
                  <a:schemeClr val="tx1"/>
                </a:solidFill>
                <a:ea typeface="Microsoft YaHei" panose="020B0503020204020204" charset="-122"/>
              </a:rPr>
              <a:t>3) д</a:t>
            </a:r>
            <a:r>
              <a:rPr lang="ru-RU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ля швидкого налаштування обробки </a:t>
            </a:r>
            <a:r>
              <a:rPr lang="en-US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CRUD-</a:t>
            </a:r>
            <a:r>
              <a:rPr lang="uk-UA" altLang="en-US" sz="2400" dirty="0" err="1">
                <a:solidFill>
                  <a:schemeClr val="tx1"/>
                </a:solidFill>
                <a:ea typeface="Microsoft YaHei" panose="020B0503020204020204" charset="-122"/>
              </a:rPr>
              <a:t>операцій в контролері є готовий шаблон:</a:t>
            </a:r>
            <a:endParaRPr lang="uk-UA" altLang="en-US" sz="2400" dirty="0" err="1">
              <a:solidFill>
                <a:schemeClr val="tx1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5" y="5276215"/>
            <a:ext cx="7800975" cy="122872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Додаємо контролер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 descr="Screenshot 2025-12-08 2115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975" y="1089660"/>
            <a:ext cx="6732270" cy="2268220"/>
          </a:xfrm>
          <a:prstGeom prst="rect">
            <a:avLst/>
          </a:prstGeom>
        </p:spPr>
      </p:pic>
      <p:pic>
        <p:nvPicPr>
          <p:cNvPr id="3" name="Picture 2" descr="Screenshot 2025-12-08 2118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3052445"/>
            <a:ext cx="5594985" cy="3823335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 flipV="1">
            <a:off x="1304290" y="6443980"/>
            <a:ext cx="927735" cy="825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>
            <a:off x="4939665" y="5137785"/>
            <a:ext cx="487680" cy="4514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638175" y="650748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 b="1" dirty="0" err="1">
                <a:solidFill>
                  <a:srgbClr val="FF0000"/>
                </a:solidFill>
                <a:sym typeface="+mn-ea"/>
              </a:rPr>
              <a:t>Studen</a:t>
            </a:r>
            <a:r>
              <a:rPr lang="en-US" altLang="en-US" sz="1800" b="1" dirty="0" err="1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t</a:t>
            </a:r>
            <a:r>
              <a:rPr lang="en-US" altLang="en-US" sz="1800" b="1" dirty="0" err="1">
                <a:solidFill>
                  <a:srgbClr val="FF0000"/>
                </a:solidFill>
                <a:sym typeface="+mn-ea"/>
              </a:rPr>
              <a:t>Controller !!!</a:t>
            </a:r>
            <a:endParaRPr lang="en-US" altLang="en-US" sz="1800" b="1" dirty="0" err="1">
              <a:solidFill>
                <a:srgbClr val="FF0000"/>
              </a:solidFill>
              <a:sym typeface="+mn-ea"/>
            </a:endParaRPr>
          </a:p>
        </p:txBody>
      </p:sp>
      <p:pic>
        <p:nvPicPr>
          <p:cNvPr id="8" name="Picture 7" descr="Screenshot 2025-12-08 2119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390" y="3519170"/>
            <a:ext cx="3233420" cy="101155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781040" y="4603115"/>
            <a:ext cx="2690495" cy="13925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en-US" sz="1400" b="1" dirty="0" err="1">
                <a:solidFill>
                  <a:schemeClr val="tx1"/>
                </a:solidFill>
                <a:sym typeface="+mn-ea"/>
              </a:rPr>
              <a:t>dotnet add package Microsoft.EntityFrameworkCore.Tools</a:t>
            </a:r>
            <a:endParaRPr lang="en-US" altLang="en-US" sz="1400" b="1" dirty="0" err="1">
              <a:solidFill>
                <a:schemeClr val="tx1"/>
              </a:solidFill>
              <a:sym typeface="+mn-ea"/>
            </a:endParaRPr>
          </a:p>
          <a:p>
            <a:pPr algn="ctr"/>
            <a:endParaRPr lang="en-US" altLang="en-US" sz="1400" b="1" dirty="0" err="1">
              <a:solidFill>
                <a:schemeClr val="tx1"/>
              </a:solidFill>
              <a:sym typeface="+mn-ea"/>
            </a:endParaRPr>
          </a:p>
          <a:p>
            <a:pPr algn="l"/>
            <a:r>
              <a:rPr lang="en-US" altLang="en-US" sz="1400" b="1" dirty="0" err="1">
                <a:solidFill>
                  <a:schemeClr val="tx1"/>
                </a:solidFill>
                <a:sym typeface="+mn-ea"/>
              </a:rPr>
              <a:t>dotnet add package Microsoft.VisualStudio.Web.CodeGeneration.Design</a:t>
            </a:r>
            <a:endParaRPr lang="en-US" altLang="en-US" sz="1400" b="1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Проміжковий результат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1449070"/>
            <a:ext cx="7270750" cy="26339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6885" y="4201160"/>
            <a:ext cx="810831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altLang="ru-RU" sz="2400" dirty="0" err="1">
                <a:solidFill>
                  <a:schemeClr val="tx1"/>
                </a:solidFill>
                <a:sym typeface="+mn-ea"/>
              </a:rPr>
              <a:t>Тесту</a:t>
            </a:r>
            <a:r>
              <a:rPr lang="uk-UA" altLang="ru-RU" sz="2400" dirty="0" err="1">
                <a:solidFill>
                  <a:schemeClr val="tx1"/>
                </a:solidFill>
                <a:sym typeface="+mn-ea"/>
              </a:rPr>
              <a:t>ємо натискання на посилання :)</a:t>
            </a:r>
            <a:endParaRPr lang="uk-UA" altLang="ru-RU" sz="2400" dirty="0" err="1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altLang="ru-RU" sz="2400" dirty="0" err="1">
                <a:solidFill>
                  <a:schemeClr val="tx1"/>
                </a:solidFill>
                <a:sym typeface="+mn-ea"/>
              </a:rPr>
              <a:t>Вью </a:t>
            </a:r>
            <a:r>
              <a:rPr lang="en-US" altLang="ru-RU" sz="2400" b="1" dirty="0" err="1">
                <a:solidFill>
                  <a:schemeClr val="tx1"/>
                </a:solidFill>
                <a:sym typeface="+mn-ea"/>
              </a:rPr>
              <a:t>Home</a:t>
            </a:r>
            <a:r>
              <a:rPr lang="uk-UA" altLang="en-US" sz="2400" b="1" dirty="0" err="1">
                <a:solidFill>
                  <a:schemeClr val="tx1"/>
                </a:solidFill>
                <a:sym typeface="+mn-ea"/>
              </a:rPr>
              <a:t> </a:t>
            </a:r>
            <a:r>
              <a:rPr lang="uk-UA" altLang="en-US" sz="2400" dirty="0" err="1">
                <a:solidFill>
                  <a:schemeClr val="tx1"/>
                </a:solidFill>
                <a:sym typeface="+mn-ea"/>
              </a:rPr>
              <a:t>вже не потрібно, можна видалити</a:t>
            </a:r>
            <a:endParaRPr lang="uk-UA" altLang="en-US" sz="2400" dirty="0" err="1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altLang="en-US" sz="2400" dirty="0" err="1">
                <a:solidFill>
                  <a:schemeClr val="tx1"/>
                </a:solidFill>
                <a:sym typeface="+mn-ea"/>
              </a:rPr>
              <a:t>У файл </a:t>
            </a:r>
            <a:r>
              <a:rPr lang="en-US" altLang="en-US" sz="2400" dirty="0" err="1">
                <a:solidFill>
                  <a:schemeClr val="tx1"/>
                </a:solidFill>
                <a:sym typeface="+mn-ea"/>
              </a:rPr>
              <a:t>Views / Shared / _Layout.cshtml </a:t>
            </a:r>
            <a:r>
              <a:rPr lang="uk-UA" altLang="en-US" sz="2400" dirty="0" err="1">
                <a:solidFill>
                  <a:schemeClr val="tx1"/>
                </a:solidFill>
                <a:sym typeface="+mn-ea"/>
              </a:rPr>
              <a:t>додаємо </a:t>
            </a:r>
            <a:r>
              <a:rPr lang="en-US" altLang="en-US" sz="2400" dirty="0" err="1">
                <a:solidFill>
                  <a:srgbClr val="0070C0"/>
                </a:solidFill>
                <a:sym typeface="+mn-ea"/>
              </a:rPr>
              <a:t>@await RenderSectionAsync("Scripts", required: false)</a:t>
            </a:r>
            <a:r>
              <a:rPr lang="uk-UA" altLang="en-US" sz="2400" dirty="0" err="1">
                <a:solidFill>
                  <a:srgbClr val="0070C0"/>
                </a:solidFill>
                <a:sym typeface="+mn-ea"/>
              </a:rPr>
              <a:t> </a:t>
            </a:r>
            <a:r>
              <a:rPr lang="uk-UA" altLang="en-US" sz="2400" dirty="0" err="1">
                <a:solidFill>
                  <a:schemeClr val="tx1"/>
                </a:solidFill>
                <a:sym typeface="+mn-ea"/>
              </a:rPr>
              <a:t>в кінець перед </a:t>
            </a:r>
            <a:r>
              <a:rPr lang="en-US" altLang="en-US" sz="2400" dirty="0" err="1">
                <a:solidFill>
                  <a:schemeClr val="tx1"/>
                </a:solidFill>
                <a:sym typeface="+mn-ea"/>
              </a:rPr>
              <a:t>&lt;/body&gt;</a:t>
            </a:r>
            <a:r>
              <a:rPr lang="uk-UA" altLang="en-US" sz="2400" dirty="0" err="1">
                <a:solidFill>
                  <a:schemeClr val="tx1"/>
                </a:solidFill>
                <a:sym typeface="+mn-ea"/>
              </a:rPr>
              <a:t>, тестуємо ще раз :)</a:t>
            </a:r>
            <a:endParaRPr lang="en-US" altLang="en-US" sz="2400" dirty="0" err="1">
              <a:solidFill>
                <a:schemeClr val="tx1"/>
              </a:solidFill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uk-UA" altLang="en-US" sz="2400" dirty="0" err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StudentController.cs</a:t>
            </a:r>
            <a:endParaRPr lang="en-US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2400" b="1" dirty="0" err="1">
                <a:solidFill>
                  <a:srgbClr val="000000"/>
                </a:solidFill>
                <a:ea typeface="Microsoft YaHei" panose="020B0503020204020204" charset="-122"/>
              </a:rPr>
              <a:t>що сгенерується в шаблонному контролері:</a:t>
            </a:r>
            <a:endParaRPr lang="uk-UA" alt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https://gist.github.com/sunmeat/539df762c776297a7bf92ff26da03e83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  <a:p>
            <a:pPr algn="ctr"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en-US" sz="2400" b="1" dirty="0" err="1">
                <a:solidFill>
                  <a:schemeClr val="tx2"/>
                </a:solidFill>
                <a:ea typeface="Microsoft YaHei" panose="020B0503020204020204" charset="-122"/>
              </a:rPr>
              <a:t>+ коментарі по вью</a:t>
            </a:r>
            <a:endParaRPr lang="uk-UA" altLang="en-US" sz="2400" b="1" dirty="0" err="1">
              <a:solidFill>
                <a:schemeClr val="tx2"/>
              </a:solidFill>
              <a:ea typeface="Microsoft YaHei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Text Box 614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ru-RU" sz="4200" dirty="0" err="1">
                <a:solidFill>
                  <a:srgbClr val="FFFFFF"/>
                </a:solidFill>
                <a:ea typeface="Microsoft YaHei" panose="020B0503020204020204" charset="-122"/>
              </a:rPr>
              <a:t>Корисний сайт з прикладами</a:t>
            </a:r>
            <a:endParaRPr lang="uk-UA" altLang="ru-RU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6146" name="Text Box 6145"/>
          <p:cNvSpPr txBox="1"/>
          <p:nvPr/>
        </p:nvSpPr>
        <p:spPr>
          <a:xfrm>
            <a:off x="515620" y="1430655"/>
            <a:ext cx="805370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defTabSz="457200"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ru-RU" sz="2400" b="1" dirty="0" err="1">
              <a:solidFill>
                <a:srgbClr val="000000"/>
              </a:solidFill>
              <a:ea typeface="Microsoft YaHei" panose="020B0503020204020204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6885" y="1458595"/>
            <a:ext cx="810831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Font typeface="Arial" panose="020B0604020202020204" pitchFamily="34" charset="0"/>
            </a:pPr>
            <a:endParaRPr lang="en-US" altLang="en-US" sz="3200" b="1">
              <a:solidFill>
                <a:srgbClr val="0070C0"/>
              </a:solidFill>
              <a:sym typeface="+mn-ea"/>
            </a:endParaRPr>
          </a:p>
          <a:p>
            <a:pPr algn="ctr">
              <a:buFont typeface="Arial" panose="020B0604020202020204" pitchFamily="34" charset="0"/>
            </a:pPr>
            <a:endParaRPr lang="en-US" altLang="en-US" sz="3200" b="1">
              <a:solidFill>
                <a:srgbClr val="0070C0"/>
              </a:solidFill>
              <a:sym typeface="+mn-ea"/>
            </a:endParaRPr>
          </a:p>
          <a:p>
            <a:pPr algn="ctr">
              <a:buFont typeface="Arial" panose="020B0604020202020204" pitchFamily="34" charset="0"/>
            </a:pPr>
            <a:endParaRPr lang="en-US" altLang="en-US" sz="3200" b="1">
              <a:solidFill>
                <a:srgbClr val="0070C0"/>
              </a:solidFill>
              <a:sym typeface="+mn-ea"/>
            </a:endParaRPr>
          </a:p>
          <a:p>
            <a:pPr algn="ctr">
              <a:buFont typeface="Arial" panose="020B0604020202020204" pitchFamily="34" charset="0"/>
            </a:pPr>
            <a:r>
              <a:rPr lang="en-US" altLang="en-US" sz="3200" b="1">
                <a:solidFill>
                  <a:srgbClr val="0070C0"/>
                </a:solidFill>
                <a:sym typeface="+mn-ea"/>
                <a:hlinkClick r:id="rId1" action="ppaction://hlinkfile"/>
              </a:rPr>
              <a:t>https://dijix.com.ua/blog/prilozhenie-asp-net-mvc-crud/</a:t>
            </a:r>
            <a:endParaRPr lang="en-US" altLang="en-US" sz="3200" b="1" dirty="0" err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Text Box 52224"/>
          <p:cNvSpPr txBox="1"/>
          <p:nvPr/>
        </p:nvSpPr>
        <p:spPr>
          <a:xfrm>
            <a:off x="195263" y="228600"/>
            <a:ext cx="8015287" cy="9144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ctr" anchorCtr="0"/>
          <a:p>
            <a:pPr defTabSz="457200">
              <a:buClrTx/>
              <a:buSzPct val="100000"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uk-UA" altLang="uk-UA" sz="4200" dirty="0" err="1">
                <a:solidFill>
                  <a:srgbClr val="FFFFFF"/>
                </a:solidFill>
                <a:ea typeface="Microsoft YaHei" panose="020B0503020204020204" charset="-122"/>
              </a:rPr>
              <a:t>ДЗ</a:t>
            </a:r>
            <a:endParaRPr lang="uk-UA" altLang="uk-UA" sz="4200" dirty="0" err="1">
              <a:solidFill>
                <a:srgbClr val="FFFFFF"/>
              </a:solidFill>
              <a:ea typeface="Microsoft YaHei" panose="020B0503020204020204" charset="-122"/>
            </a:endParaRPr>
          </a:p>
        </p:txBody>
      </p:sp>
      <p:sp>
        <p:nvSpPr>
          <p:cNvPr id="52226" name="Text Box 52225"/>
          <p:cNvSpPr txBox="1"/>
          <p:nvPr/>
        </p:nvSpPr>
        <p:spPr>
          <a:xfrm>
            <a:off x="526415" y="1430655"/>
            <a:ext cx="8033385" cy="44196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  <a:hlinkClick r:id="rId1" action="ppaction://hlinkfile"/>
            </a:endParaRPr>
          </a:p>
          <a:p>
            <a:pPr algn="ctr" defTabSz="457200">
              <a:spcBef>
                <a:spcPts val="800"/>
              </a:spcBef>
              <a:buClrTx/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200" b="1" dirty="0" err="1">
                <a:solidFill>
                  <a:srgbClr val="0070C0"/>
                </a:solidFill>
                <a:ea typeface="Microsoft YaHei" panose="020B0503020204020204" charset="-122"/>
                <a:hlinkClick r:id="rId1" action="ppaction://hlinkfile"/>
              </a:rPr>
              <a:t>https://gist.github.com/sunmeat/91e4003b35e907f125281b2a22e7c386</a:t>
            </a:r>
            <a:endParaRPr lang="en-US" altLang="en-US" sz="3200" b="1" dirty="0" err="1">
              <a:solidFill>
                <a:srgbClr val="0070C0"/>
              </a:solidFill>
              <a:ea typeface="Microsoft YaHei" panose="020B0503020204020204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0" y="640080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endParaRPr lang="en-US" altLang="en-US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B973167729B9844A7328B341F515C98" ma:contentTypeVersion="12" ma:contentTypeDescription="Создание документа." ma:contentTypeScope="" ma:versionID="d6ee7b10c34e512e5b0e393e1ebaa933">
  <xsd:schema xmlns:xsd="http://www.w3.org/2001/XMLSchema" xmlns:xs="http://www.w3.org/2001/XMLSchema" xmlns:p="http://schemas.microsoft.com/office/2006/metadata/properties" xmlns:ns2="d6ce6581-db8d-4dc6-8601-0a8e8076c593" xmlns:ns3="bbbe7e71-a692-48df-be9d-e5dc64190325" targetNamespace="http://schemas.microsoft.com/office/2006/metadata/properties" ma:root="true" ma:fieldsID="0b92462fc06dbb24bfa1325724e44fec" ns2:_="" ns3:_="">
    <xsd:import namespace="d6ce6581-db8d-4dc6-8601-0a8e8076c593"/>
    <xsd:import namespace="bbbe7e71-a692-48df-be9d-e5dc641903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ce6581-db8d-4dc6-8601-0a8e8076c5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168b2bcd-3960-4df8-afb5-1b38f07337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e7e71-a692-48df-be9d-e5dc6419032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df2618-9916-4c02-9aa1-42dcc332f6bf}" ma:internalName="TaxCatchAll" ma:showField="CatchAllData" ma:web="bbbe7e71-a692-48df-be9d-e5dc641903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be7e71-a692-48df-be9d-e5dc64190325" xsi:nil="true"/>
    <lcf76f155ced4ddcb4097134ff3c332f xmlns="d6ce6581-db8d-4dc6-8601-0a8e8076c5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1F2FA75-DD09-437A-A10F-2E88FA1FE254}"/>
</file>

<file path=customXml/itemProps2.xml><?xml version="1.0" encoding="utf-8"?>
<ds:datastoreItem xmlns:ds="http://schemas.openxmlformats.org/officeDocument/2006/customXml" ds:itemID="{32846F65-9A39-4D67-9B9E-9EB53ECC116B}"/>
</file>

<file path=customXml/itemProps3.xml><?xml version="1.0" encoding="utf-8"?>
<ds:datastoreItem xmlns:ds="http://schemas.openxmlformats.org/officeDocument/2006/customXml" ds:itemID="{B16C7F6D-01DD-4646-B7AC-02540F0B42F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4512</Words>
  <Application>WPS Presentation</Application>
  <PresentationFormat/>
  <Paragraphs>93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Microsoft YaHei</vt:lpstr>
      <vt:lpstr>Arial Black</vt:lpstr>
      <vt:lpstr>Arial Unicode MS</vt:lpstr>
      <vt:lpstr>Arial Unicode MS</vt:lpstr>
      <vt:lpstr/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Alex</cp:lastModifiedBy>
  <cp:revision>82</cp:revision>
  <dcterms:created xsi:type="dcterms:W3CDTF">2005-09-22T16:26:00Z</dcterms:created>
  <dcterms:modified xsi:type="dcterms:W3CDTF">2026-02-06T13:50:06Z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88202296253F431A9DC5B73F9C110873_12</vt:lpwstr>
  </property>
  <property fmtid="{D5CDD505-2E9C-101B-9397-08002B2CF9AE}" pid="3" name="KSOProductBuildVer">
    <vt:lpwstr>1033-12.2.0.23155</vt:lpwstr>
  </property>
  <property fmtid="{D5CDD505-2E9C-101B-9397-08002B2CF9AE}" pid="4" name="ContentTypeId">
    <vt:lpwstr>0x010100CB973167729B9844A7328B341F515C98</vt:lpwstr>
  </property>
</Properties>
</file>